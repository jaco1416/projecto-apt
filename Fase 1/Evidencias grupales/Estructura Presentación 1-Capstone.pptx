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9144000"/>
  <p:embeddedFontLst>
    <p:embeddedFont>
      <p:font typeface="Roboto"/>
      <p:regular r:id="rId21"/>
      <p:bold r:id="rId22"/>
      <p:italic r:id="rId23"/>
      <p:boldItalic r:id="rId24"/>
    </p:embeddedFont>
    <p:embeddedFont>
      <p:font typeface="Merriweather"/>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hsyTns77vOw5CKoRjOjv1Vpg/A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24BABA6-F3DA-4ABB-9CAA-2D940747B457}">
  <a:tblStyle styleId="{124BABA6-F3DA-4ABB-9CAA-2D940747B45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erriweather-bold.fntdata"/><Relationship Id="rId25" Type="http://schemas.openxmlformats.org/officeDocument/2006/relationships/font" Target="fonts/Merriweather-regular.fntdata"/><Relationship Id="rId28" Type="http://schemas.openxmlformats.org/officeDocument/2006/relationships/font" Target="fonts/Merriweather-boldItalic.fntdata"/><Relationship Id="rId27" Type="http://schemas.openxmlformats.org/officeDocument/2006/relationships/font" Target="fonts/Merriweather-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88810cb851_1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88810cb851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88810cb851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g388810cb851_2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88810cb851_1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88810cb851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g388810cb851_0_491"/>
          <p:cNvSpPr/>
          <p:nvPr/>
        </p:nvSpPr>
        <p:spPr>
          <a:xfrm>
            <a:off x="-167" y="0"/>
            <a:ext cx="12192029" cy="5863987"/>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g388810cb851_0_491"/>
          <p:cNvSpPr txBox="1"/>
          <p:nvPr>
            <p:ph type="ctrTitle"/>
          </p:nvPr>
        </p:nvSpPr>
        <p:spPr>
          <a:xfrm>
            <a:off x="415600" y="719633"/>
            <a:ext cx="11360700" cy="1710000"/>
          </a:xfrm>
          <a:prstGeom prst="rect">
            <a:avLst/>
          </a:prstGeom>
        </p:spPr>
        <p:txBody>
          <a:bodyPr anchorCtr="0" anchor="t" bIns="121900" lIns="121900" spcFirstLastPara="1" rIns="121900" wrap="square" tIns="12190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2" name="Google Shape;12;g388810cb851_0_491"/>
          <p:cNvSpPr txBox="1"/>
          <p:nvPr>
            <p:ph idx="1" type="subTitle"/>
          </p:nvPr>
        </p:nvSpPr>
        <p:spPr>
          <a:xfrm>
            <a:off x="415600" y="2504747"/>
            <a:ext cx="5656800" cy="9843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chemeClr val="lt2"/>
              </a:buClr>
              <a:buSzPts val="2100"/>
              <a:buNone/>
              <a:defRPr sz="2100">
                <a:solidFill>
                  <a:schemeClr val="lt2"/>
                </a:solidFill>
              </a:defRPr>
            </a:lvl1pPr>
            <a:lvl2pPr lvl="1">
              <a:lnSpc>
                <a:spcPct val="100000"/>
              </a:lnSpc>
              <a:spcBef>
                <a:spcPts val="0"/>
              </a:spcBef>
              <a:spcAft>
                <a:spcPts val="0"/>
              </a:spcAft>
              <a:buClr>
                <a:schemeClr val="lt2"/>
              </a:buClr>
              <a:buSzPts val="2100"/>
              <a:buNone/>
              <a:defRPr sz="2100">
                <a:solidFill>
                  <a:schemeClr val="lt2"/>
                </a:solidFill>
              </a:defRPr>
            </a:lvl2pPr>
            <a:lvl3pPr lvl="2">
              <a:lnSpc>
                <a:spcPct val="100000"/>
              </a:lnSpc>
              <a:spcBef>
                <a:spcPts val="0"/>
              </a:spcBef>
              <a:spcAft>
                <a:spcPts val="0"/>
              </a:spcAft>
              <a:buClr>
                <a:schemeClr val="lt2"/>
              </a:buClr>
              <a:buSzPts val="2100"/>
              <a:buNone/>
              <a:defRPr sz="2100">
                <a:solidFill>
                  <a:schemeClr val="lt2"/>
                </a:solidFill>
              </a:defRPr>
            </a:lvl3pPr>
            <a:lvl4pPr lvl="3">
              <a:lnSpc>
                <a:spcPct val="100000"/>
              </a:lnSpc>
              <a:spcBef>
                <a:spcPts val="0"/>
              </a:spcBef>
              <a:spcAft>
                <a:spcPts val="0"/>
              </a:spcAft>
              <a:buClr>
                <a:schemeClr val="lt2"/>
              </a:buClr>
              <a:buSzPts val="2100"/>
              <a:buNone/>
              <a:defRPr sz="2100">
                <a:solidFill>
                  <a:schemeClr val="lt2"/>
                </a:solidFill>
              </a:defRPr>
            </a:lvl4pPr>
            <a:lvl5pPr lvl="4">
              <a:lnSpc>
                <a:spcPct val="100000"/>
              </a:lnSpc>
              <a:spcBef>
                <a:spcPts val="0"/>
              </a:spcBef>
              <a:spcAft>
                <a:spcPts val="0"/>
              </a:spcAft>
              <a:buClr>
                <a:schemeClr val="lt2"/>
              </a:buClr>
              <a:buSzPts val="2100"/>
              <a:buNone/>
              <a:defRPr sz="2100">
                <a:solidFill>
                  <a:schemeClr val="lt2"/>
                </a:solidFill>
              </a:defRPr>
            </a:lvl5pPr>
            <a:lvl6pPr lvl="5">
              <a:lnSpc>
                <a:spcPct val="100000"/>
              </a:lnSpc>
              <a:spcBef>
                <a:spcPts val="0"/>
              </a:spcBef>
              <a:spcAft>
                <a:spcPts val="0"/>
              </a:spcAft>
              <a:buClr>
                <a:schemeClr val="lt2"/>
              </a:buClr>
              <a:buSzPts val="2100"/>
              <a:buNone/>
              <a:defRPr sz="2100">
                <a:solidFill>
                  <a:schemeClr val="lt2"/>
                </a:solidFill>
              </a:defRPr>
            </a:lvl6pPr>
            <a:lvl7pPr lvl="6">
              <a:lnSpc>
                <a:spcPct val="100000"/>
              </a:lnSpc>
              <a:spcBef>
                <a:spcPts val="0"/>
              </a:spcBef>
              <a:spcAft>
                <a:spcPts val="0"/>
              </a:spcAft>
              <a:buClr>
                <a:schemeClr val="lt2"/>
              </a:buClr>
              <a:buSzPts val="2100"/>
              <a:buNone/>
              <a:defRPr sz="2100">
                <a:solidFill>
                  <a:schemeClr val="lt2"/>
                </a:solidFill>
              </a:defRPr>
            </a:lvl7pPr>
            <a:lvl8pPr lvl="7">
              <a:lnSpc>
                <a:spcPct val="100000"/>
              </a:lnSpc>
              <a:spcBef>
                <a:spcPts val="0"/>
              </a:spcBef>
              <a:spcAft>
                <a:spcPts val="0"/>
              </a:spcAft>
              <a:buClr>
                <a:schemeClr val="lt2"/>
              </a:buClr>
              <a:buSzPts val="2100"/>
              <a:buNone/>
              <a:defRPr sz="2100">
                <a:solidFill>
                  <a:schemeClr val="lt2"/>
                </a:solidFill>
              </a:defRPr>
            </a:lvl8pPr>
            <a:lvl9pPr lvl="8">
              <a:lnSpc>
                <a:spcPct val="100000"/>
              </a:lnSpc>
              <a:spcBef>
                <a:spcPts val="0"/>
              </a:spcBef>
              <a:spcAft>
                <a:spcPts val="0"/>
              </a:spcAft>
              <a:buClr>
                <a:schemeClr val="lt2"/>
              </a:buClr>
              <a:buSzPts val="2100"/>
              <a:buNone/>
              <a:defRPr sz="2100">
                <a:solidFill>
                  <a:schemeClr val="lt2"/>
                </a:solidFill>
              </a:defRPr>
            </a:lvl9pPr>
          </a:lstStyle>
          <a:p/>
        </p:txBody>
      </p:sp>
      <p:sp>
        <p:nvSpPr>
          <p:cNvPr id="13" name="Google Shape;13;g388810cb851_0_49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g388810cb851_0_496"/>
          <p:cNvSpPr/>
          <p:nvPr/>
        </p:nvSpPr>
        <p:spPr>
          <a:xfrm>
            <a:off x="0" y="64132"/>
            <a:ext cx="12192029" cy="5863987"/>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g388810cb851_0_496"/>
          <p:cNvSpPr/>
          <p:nvPr/>
        </p:nvSpPr>
        <p:spPr>
          <a:xfrm>
            <a:off x="0" y="0"/>
            <a:ext cx="12192029" cy="5863987"/>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g388810cb851_0_496"/>
          <p:cNvSpPr txBox="1"/>
          <p:nvPr>
            <p:ph type="title"/>
          </p:nvPr>
        </p:nvSpPr>
        <p:spPr>
          <a:xfrm>
            <a:off x="415600" y="719633"/>
            <a:ext cx="11360700" cy="1710000"/>
          </a:xfrm>
          <a:prstGeom prst="rect">
            <a:avLst/>
          </a:prstGeom>
        </p:spPr>
        <p:txBody>
          <a:bodyPr anchorCtr="0" anchor="t" bIns="121900" lIns="121900" spcFirstLastPara="1" rIns="121900" wrap="square" tIns="12190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8" name="Google Shape;18;g388810cb851_0_49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g388810cb851_0_501"/>
          <p:cNvSpPr/>
          <p:nvPr/>
        </p:nvSpPr>
        <p:spPr>
          <a:xfrm>
            <a:off x="0" y="0"/>
            <a:ext cx="57519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 name="Google Shape;21;g388810cb851_0_501"/>
          <p:cNvSpPr/>
          <p:nvPr/>
        </p:nvSpPr>
        <p:spPr>
          <a:xfrm>
            <a:off x="0" y="58833"/>
            <a:ext cx="5751356" cy="5865687"/>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g388810cb851_0_501"/>
          <p:cNvSpPr/>
          <p:nvPr/>
        </p:nvSpPr>
        <p:spPr>
          <a:xfrm>
            <a:off x="-167" y="0"/>
            <a:ext cx="5755723" cy="5860653"/>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g388810cb851_0_501"/>
          <p:cNvSpPr txBox="1"/>
          <p:nvPr>
            <p:ph type="title"/>
          </p:nvPr>
        </p:nvSpPr>
        <p:spPr>
          <a:xfrm>
            <a:off x="415633" y="667900"/>
            <a:ext cx="4941900" cy="33453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p:txBody>
      </p:sp>
      <p:sp>
        <p:nvSpPr>
          <p:cNvPr id="24" name="Google Shape;24;g388810cb851_0_501"/>
          <p:cNvSpPr txBox="1"/>
          <p:nvPr>
            <p:ph idx="1" type="body"/>
          </p:nvPr>
        </p:nvSpPr>
        <p:spPr>
          <a:xfrm>
            <a:off x="6192900" y="667900"/>
            <a:ext cx="5555100" cy="54648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25" name="Google Shape;25;g388810cb851_0_50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g388810cb851_0_508"/>
          <p:cNvSpPr/>
          <p:nvPr/>
        </p:nvSpPr>
        <p:spPr>
          <a:xfrm>
            <a:off x="0" y="0"/>
            <a:ext cx="12192000" cy="17028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 name="Google Shape;28;g388810cb851_0_508"/>
          <p:cNvSpPr txBox="1"/>
          <p:nvPr>
            <p:ph type="title"/>
          </p:nvPr>
        </p:nvSpPr>
        <p:spPr>
          <a:xfrm>
            <a:off x="415633" y="667900"/>
            <a:ext cx="11360700" cy="8316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p:txBody>
      </p:sp>
      <p:sp>
        <p:nvSpPr>
          <p:cNvPr id="29" name="Google Shape;29;g388810cb851_0_508"/>
          <p:cNvSpPr txBox="1"/>
          <p:nvPr>
            <p:ph idx="1" type="body"/>
          </p:nvPr>
        </p:nvSpPr>
        <p:spPr>
          <a:xfrm>
            <a:off x="415600" y="2007600"/>
            <a:ext cx="5333100" cy="41016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30" name="Google Shape;30;g388810cb851_0_508"/>
          <p:cNvSpPr txBox="1"/>
          <p:nvPr>
            <p:ph idx="2" type="body"/>
          </p:nvPr>
        </p:nvSpPr>
        <p:spPr>
          <a:xfrm>
            <a:off x="6443200" y="2007600"/>
            <a:ext cx="5333100" cy="41016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31" name="Google Shape;31;g388810cb851_0_50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g388810cb851_0_514"/>
          <p:cNvSpPr/>
          <p:nvPr/>
        </p:nvSpPr>
        <p:spPr>
          <a:xfrm>
            <a:off x="0" y="0"/>
            <a:ext cx="12192000" cy="17028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 name="Google Shape;34;g388810cb851_0_514"/>
          <p:cNvSpPr txBox="1"/>
          <p:nvPr>
            <p:ph type="title"/>
          </p:nvPr>
        </p:nvSpPr>
        <p:spPr>
          <a:xfrm>
            <a:off x="415633" y="667900"/>
            <a:ext cx="11360700" cy="8316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p:txBody>
      </p:sp>
      <p:sp>
        <p:nvSpPr>
          <p:cNvPr id="35" name="Google Shape;35;g388810cb851_0_51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g388810cb851_0_518"/>
          <p:cNvSpPr/>
          <p:nvPr/>
        </p:nvSpPr>
        <p:spPr>
          <a:xfrm>
            <a:off x="0" y="0"/>
            <a:ext cx="50193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 name="Google Shape;38;g388810cb851_0_518"/>
          <p:cNvSpPr txBox="1"/>
          <p:nvPr>
            <p:ph type="title"/>
          </p:nvPr>
        </p:nvSpPr>
        <p:spPr>
          <a:xfrm>
            <a:off x="415633" y="667900"/>
            <a:ext cx="4170000" cy="24387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p:txBody>
      </p:sp>
      <p:sp>
        <p:nvSpPr>
          <p:cNvPr id="39" name="Google Shape;39;g388810cb851_0_518"/>
          <p:cNvSpPr txBox="1"/>
          <p:nvPr>
            <p:ph idx="1" type="body"/>
          </p:nvPr>
        </p:nvSpPr>
        <p:spPr>
          <a:xfrm>
            <a:off x="415600" y="3187533"/>
            <a:ext cx="4170000" cy="30639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Clr>
                <a:schemeClr val="accent2"/>
              </a:buClr>
              <a:buSzPts val="1700"/>
              <a:buChar char="●"/>
              <a:defRPr>
                <a:solidFill>
                  <a:schemeClr val="accent2"/>
                </a:solidFill>
              </a:defRPr>
            </a:lvl1pPr>
            <a:lvl2pPr indent="-323850" lvl="1" marL="914400">
              <a:spcBef>
                <a:spcPts val="0"/>
              </a:spcBef>
              <a:spcAft>
                <a:spcPts val="0"/>
              </a:spcAft>
              <a:buClr>
                <a:schemeClr val="accent2"/>
              </a:buClr>
              <a:buSzPts val="1500"/>
              <a:buChar char="○"/>
              <a:defRPr>
                <a:solidFill>
                  <a:schemeClr val="accent2"/>
                </a:solidFill>
              </a:defRPr>
            </a:lvl2pPr>
            <a:lvl3pPr indent="-323850" lvl="2" marL="1371600">
              <a:spcBef>
                <a:spcPts val="0"/>
              </a:spcBef>
              <a:spcAft>
                <a:spcPts val="0"/>
              </a:spcAft>
              <a:buClr>
                <a:schemeClr val="accent2"/>
              </a:buClr>
              <a:buSzPts val="1500"/>
              <a:buChar char="■"/>
              <a:defRPr>
                <a:solidFill>
                  <a:schemeClr val="accent2"/>
                </a:solidFill>
              </a:defRPr>
            </a:lvl3pPr>
            <a:lvl4pPr indent="-323850" lvl="3" marL="1828800">
              <a:spcBef>
                <a:spcPts val="0"/>
              </a:spcBef>
              <a:spcAft>
                <a:spcPts val="0"/>
              </a:spcAft>
              <a:buClr>
                <a:schemeClr val="accent2"/>
              </a:buClr>
              <a:buSzPts val="1500"/>
              <a:buChar char="●"/>
              <a:defRPr>
                <a:solidFill>
                  <a:schemeClr val="accent2"/>
                </a:solidFill>
              </a:defRPr>
            </a:lvl4pPr>
            <a:lvl5pPr indent="-323850" lvl="4" marL="2286000">
              <a:spcBef>
                <a:spcPts val="0"/>
              </a:spcBef>
              <a:spcAft>
                <a:spcPts val="0"/>
              </a:spcAft>
              <a:buClr>
                <a:schemeClr val="accent2"/>
              </a:buClr>
              <a:buSzPts val="1500"/>
              <a:buChar char="○"/>
              <a:defRPr>
                <a:solidFill>
                  <a:schemeClr val="accent2"/>
                </a:solidFill>
              </a:defRPr>
            </a:lvl5pPr>
            <a:lvl6pPr indent="-323850" lvl="5" marL="2743200">
              <a:spcBef>
                <a:spcPts val="0"/>
              </a:spcBef>
              <a:spcAft>
                <a:spcPts val="0"/>
              </a:spcAft>
              <a:buClr>
                <a:schemeClr val="accent2"/>
              </a:buClr>
              <a:buSzPts val="1500"/>
              <a:buChar char="■"/>
              <a:defRPr>
                <a:solidFill>
                  <a:schemeClr val="accent2"/>
                </a:solidFill>
              </a:defRPr>
            </a:lvl6pPr>
            <a:lvl7pPr indent="-323850" lvl="6" marL="3200400">
              <a:spcBef>
                <a:spcPts val="0"/>
              </a:spcBef>
              <a:spcAft>
                <a:spcPts val="0"/>
              </a:spcAft>
              <a:buClr>
                <a:schemeClr val="accent2"/>
              </a:buClr>
              <a:buSzPts val="1500"/>
              <a:buChar char="●"/>
              <a:defRPr>
                <a:solidFill>
                  <a:schemeClr val="accent2"/>
                </a:solidFill>
              </a:defRPr>
            </a:lvl7pPr>
            <a:lvl8pPr indent="-323850" lvl="7" marL="3657600">
              <a:spcBef>
                <a:spcPts val="0"/>
              </a:spcBef>
              <a:spcAft>
                <a:spcPts val="0"/>
              </a:spcAft>
              <a:buClr>
                <a:schemeClr val="accent2"/>
              </a:buClr>
              <a:buSzPts val="1500"/>
              <a:buChar char="○"/>
              <a:defRPr>
                <a:solidFill>
                  <a:schemeClr val="accent2"/>
                </a:solidFill>
              </a:defRPr>
            </a:lvl8pPr>
            <a:lvl9pPr indent="-323850" lvl="8" marL="4114800">
              <a:spcBef>
                <a:spcPts val="0"/>
              </a:spcBef>
              <a:spcAft>
                <a:spcPts val="0"/>
              </a:spcAft>
              <a:buClr>
                <a:schemeClr val="accent2"/>
              </a:buClr>
              <a:buSzPts val="1500"/>
              <a:buChar char="■"/>
              <a:defRPr>
                <a:solidFill>
                  <a:schemeClr val="accent2"/>
                </a:solidFill>
              </a:defRPr>
            </a:lvl9pPr>
          </a:lstStyle>
          <a:p/>
        </p:txBody>
      </p:sp>
      <p:sp>
        <p:nvSpPr>
          <p:cNvPr id="40" name="Google Shape;40;g388810cb851_0_51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g388810cb851_0_523"/>
          <p:cNvSpPr txBox="1"/>
          <p:nvPr>
            <p:ph type="title"/>
          </p:nvPr>
        </p:nvSpPr>
        <p:spPr>
          <a:xfrm>
            <a:off x="415567" y="1064800"/>
            <a:ext cx="8330400" cy="4728300"/>
          </a:xfrm>
          <a:prstGeom prst="rect">
            <a:avLst/>
          </a:prstGeom>
        </p:spPr>
        <p:txBody>
          <a:bodyPr anchorCtr="0" anchor="ctr" bIns="121900" lIns="121900" spcFirstLastPara="1" rIns="121900" wrap="square" tIns="12190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3" name="Google Shape;43;g388810cb851_0_52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g388810cb851_0_526"/>
          <p:cNvSpPr/>
          <p:nvPr/>
        </p:nvSpPr>
        <p:spPr>
          <a:xfrm>
            <a:off x="0" y="0"/>
            <a:ext cx="60960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 name="Google Shape;46;g388810cb851_0_526"/>
          <p:cNvSpPr txBox="1"/>
          <p:nvPr>
            <p:ph type="title"/>
          </p:nvPr>
        </p:nvSpPr>
        <p:spPr>
          <a:xfrm>
            <a:off x="415067" y="667900"/>
            <a:ext cx="4939200" cy="27327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p:txBody>
      </p:sp>
      <p:sp>
        <p:nvSpPr>
          <p:cNvPr id="47" name="Google Shape;47;g388810cb851_0_526"/>
          <p:cNvSpPr txBox="1"/>
          <p:nvPr>
            <p:ph idx="1" type="subTitle"/>
          </p:nvPr>
        </p:nvSpPr>
        <p:spPr>
          <a:xfrm>
            <a:off x="406400" y="3502300"/>
            <a:ext cx="4939200" cy="12357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chemeClr val="accent2"/>
              </a:buClr>
              <a:buSzPts val="2100"/>
              <a:buNone/>
              <a:defRPr sz="2100">
                <a:solidFill>
                  <a:schemeClr val="accent2"/>
                </a:solidFill>
              </a:defRPr>
            </a:lvl1pPr>
            <a:lvl2pPr lvl="1">
              <a:lnSpc>
                <a:spcPct val="100000"/>
              </a:lnSpc>
              <a:spcBef>
                <a:spcPts val="0"/>
              </a:spcBef>
              <a:spcAft>
                <a:spcPts val="0"/>
              </a:spcAft>
              <a:buClr>
                <a:schemeClr val="accent2"/>
              </a:buClr>
              <a:buSzPts val="2100"/>
              <a:buNone/>
              <a:defRPr sz="2100">
                <a:solidFill>
                  <a:schemeClr val="accent2"/>
                </a:solidFill>
              </a:defRPr>
            </a:lvl2pPr>
            <a:lvl3pPr lvl="2">
              <a:lnSpc>
                <a:spcPct val="100000"/>
              </a:lnSpc>
              <a:spcBef>
                <a:spcPts val="0"/>
              </a:spcBef>
              <a:spcAft>
                <a:spcPts val="0"/>
              </a:spcAft>
              <a:buClr>
                <a:schemeClr val="accent2"/>
              </a:buClr>
              <a:buSzPts val="2100"/>
              <a:buNone/>
              <a:defRPr sz="2100">
                <a:solidFill>
                  <a:schemeClr val="accent2"/>
                </a:solidFill>
              </a:defRPr>
            </a:lvl3pPr>
            <a:lvl4pPr lvl="3">
              <a:lnSpc>
                <a:spcPct val="100000"/>
              </a:lnSpc>
              <a:spcBef>
                <a:spcPts val="0"/>
              </a:spcBef>
              <a:spcAft>
                <a:spcPts val="0"/>
              </a:spcAft>
              <a:buClr>
                <a:schemeClr val="accent2"/>
              </a:buClr>
              <a:buSzPts val="2100"/>
              <a:buNone/>
              <a:defRPr sz="2100">
                <a:solidFill>
                  <a:schemeClr val="accent2"/>
                </a:solidFill>
              </a:defRPr>
            </a:lvl4pPr>
            <a:lvl5pPr lvl="4">
              <a:lnSpc>
                <a:spcPct val="100000"/>
              </a:lnSpc>
              <a:spcBef>
                <a:spcPts val="0"/>
              </a:spcBef>
              <a:spcAft>
                <a:spcPts val="0"/>
              </a:spcAft>
              <a:buClr>
                <a:schemeClr val="accent2"/>
              </a:buClr>
              <a:buSzPts val="2100"/>
              <a:buNone/>
              <a:defRPr sz="2100">
                <a:solidFill>
                  <a:schemeClr val="accent2"/>
                </a:solidFill>
              </a:defRPr>
            </a:lvl5pPr>
            <a:lvl6pPr lvl="5">
              <a:lnSpc>
                <a:spcPct val="100000"/>
              </a:lnSpc>
              <a:spcBef>
                <a:spcPts val="0"/>
              </a:spcBef>
              <a:spcAft>
                <a:spcPts val="0"/>
              </a:spcAft>
              <a:buClr>
                <a:schemeClr val="accent2"/>
              </a:buClr>
              <a:buSzPts val="2100"/>
              <a:buNone/>
              <a:defRPr sz="2100">
                <a:solidFill>
                  <a:schemeClr val="accent2"/>
                </a:solidFill>
              </a:defRPr>
            </a:lvl6pPr>
            <a:lvl7pPr lvl="6">
              <a:lnSpc>
                <a:spcPct val="100000"/>
              </a:lnSpc>
              <a:spcBef>
                <a:spcPts val="0"/>
              </a:spcBef>
              <a:spcAft>
                <a:spcPts val="0"/>
              </a:spcAft>
              <a:buClr>
                <a:schemeClr val="accent2"/>
              </a:buClr>
              <a:buSzPts val="2100"/>
              <a:buNone/>
              <a:defRPr sz="2100">
                <a:solidFill>
                  <a:schemeClr val="accent2"/>
                </a:solidFill>
              </a:defRPr>
            </a:lvl7pPr>
            <a:lvl8pPr lvl="7">
              <a:lnSpc>
                <a:spcPct val="100000"/>
              </a:lnSpc>
              <a:spcBef>
                <a:spcPts val="0"/>
              </a:spcBef>
              <a:spcAft>
                <a:spcPts val="0"/>
              </a:spcAft>
              <a:buClr>
                <a:schemeClr val="accent2"/>
              </a:buClr>
              <a:buSzPts val="2100"/>
              <a:buNone/>
              <a:defRPr sz="2100">
                <a:solidFill>
                  <a:schemeClr val="accent2"/>
                </a:solidFill>
              </a:defRPr>
            </a:lvl8pPr>
            <a:lvl9pPr lvl="8">
              <a:lnSpc>
                <a:spcPct val="100000"/>
              </a:lnSpc>
              <a:spcBef>
                <a:spcPts val="0"/>
              </a:spcBef>
              <a:spcAft>
                <a:spcPts val="0"/>
              </a:spcAft>
              <a:buClr>
                <a:schemeClr val="accent2"/>
              </a:buClr>
              <a:buSzPts val="2100"/>
              <a:buNone/>
              <a:defRPr sz="2100">
                <a:solidFill>
                  <a:schemeClr val="accent2"/>
                </a:solidFill>
              </a:defRPr>
            </a:lvl9pPr>
          </a:lstStyle>
          <a:p/>
        </p:txBody>
      </p:sp>
      <p:sp>
        <p:nvSpPr>
          <p:cNvPr id="48" name="Google Shape;48;g388810cb851_0_526"/>
          <p:cNvSpPr txBox="1"/>
          <p:nvPr>
            <p:ph idx="2" type="body"/>
          </p:nvPr>
        </p:nvSpPr>
        <p:spPr>
          <a:xfrm>
            <a:off x="6505367" y="667900"/>
            <a:ext cx="5271900" cy="54819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49" name="Google Shape;49;g388810cb851_0_52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g388810cb851_0_532"/>
          <p:cNvSpPr/>
          <p:nvPr/>
        </p:nvSpPr>
        <p:spPr>
          <a:xfrm>
            <a:off x="0" y="5825333"/>
            <a:ext cx="12192000" cy="10323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 name="Google Shape;52;g388810cb851_0_532"/>
          <p:cNvSpPr txBox="1"/>
          <p:nvPr>
            <p:ph idx="1" type="body"/>
          </p:nvPr>
        </p:nvSpPr>
        <p:spPr>
          <a:xfrm>
            <a:off x="415600" y="6028533"/>
            <a:ext cx="10639200" cy="6141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Clr>
                <a:schemeClr val="lt1"/>
              </a:buClr>
              <a:buSzPts val="1700"/>
              <a:buFont typeface="Merriweather"/>
              <a:buNone/>
              <a:defRPr>
                <a:solidFill>
                  <a:schemeClr val="lt1"/>
                </a:solidFill>
                <a:latin typeface="Merriweather"/>
                <a:ea typeface="Merriweather"/>
                <a:cs typeface="Merriweather"/>
                <a:sym typeface="Merriweather"/>
              </a:defRPr>
            </a:lvl1pPr>
          </a:lstStyle>
          <a:p/>
        </p:txBody>
      </p:sp>
      <p:sp>
        <p:nvSpPr>
          <p:cNvPr id="53" name="Google Shape;53;g388810cb851_0_53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g388810cb851_0_536"/>
          <p:cNvSpPr txBox="1"/>
          <p:nvPr>
            <p:ph hasCustomPrompt="1" type="title"/>
          </p:nvPr>
        </p:nvSpPr>
        <p:spPr>
          <a:xfrm>
            <a:off x="415667" y="1108233"/>
            <a:ext cx="7113300" cy="1659600"/>
          </a:xfrm>
          <a:prstGeom prst="rect">
            <a:avLst/>
          </a:prstGeom>
        </p:spPr>
        <p:txBody>
          <a:bodyPr anchorCtr="0" anchor="b" bIns="121900" lIns="121900" spcFirstLastPara="1" rIns="121900" wrap="square" tIns="121900">
            <a:normAutofit/>
          </a:bodyPr>
          <a:lstStyle>
            <a:lvl1pPr lvl="0">
              <a:spcBef>
                <a:spcPts val="0"/>
              </a:spcBef>
              <a:spcAft>
                <a:spcPts val="0"/>
              </a:spcAft>
              <a:buClr>
                <a:schemeClr val="lt1"/>
              </a:buClr>
              <a:buSzPts val="13300"/>
              <a:buNone/>
              <a:defRPr sz="13300">
                <a:solidFill>
                  <a:schemeClr val="lt1"/>
                </a:solidFill>
              </a:defRPr>
            </a:lvl1pPr>
            <a:lvl2pPr lvl="1">
              <a:spcBef>
                <a:spcPts val="0"/>
              </a:spcBef>
              <a:spcAft>
                <a:spcPts val="0"/>
              </a:spcAft>
              <a:buClr>
                <a:schemeClr val="lt1"/>
              </a:buClr>
              <a:buSzPts val="13300"/>
              <a:buNone/>
              <a:defRPr sz="13300">
                <a:solidFill>
                  <a:schemeClr val="lt1"/>
                </a:solidFill>
              </a:defRPr>
            </a:lvl2pPr>
            <a:lvl3pPr lvl="2">
              <a:spcBef>
                <a:spcPts val="0"/>
              </a:spcBef>
              <a:spcAft>
                <a:spcPts val="0"/>
              </a:spcAft>
              <a:buClr>
                <a:schemeClr val="lt1"/>
              </a:buClr>
              <a:buSzPts val="13300"/>
              <a:buNone/>
              <a:defRPr sz="13300">
                <a:solidFill>
                  <a:schemeClr val="lt1"/>
                </a:solidFill>
              </a:defRPr>
            </a:lvl3pPr>
            <a:lvl4pPr lvl="3">
              <a:spcBef>
                <a:spcPts val="0"/>
              </a:spcBef>
              <a:spcAft>
                <a:spcPts val="0"/>
              </a:spcAft>
              <a:buClr>
                <a:schemeClr val="lt1"/>
              </a:buClr>
              <a:buSzPts val="13300"/>
              <a:buNone/>
              <a:defRPr sz="13300">
                <a:solidFill>
                  <a:schemeClr val="lt1"/>
                </a:solidFill>
              </a:defRPr>
            </a:lvl4pPr>
            <a:lvl5pPr lvl="4">
              <a:spcBef>
                <a:spcPts val="0"/>
              </a:spcBef>
              <a:spcAft>
                <a:spcPts val="0"/>
              </a:spcAft>
              <a:buClr>
                <a:schemeClr val="lt1"/>
              </a:buClr>
              <a:buSzPts val="13300"/>
              <a:buNone/>
              <a:defRPr sz="13300">
                <a:solidFill>
                  <a:schemeClr val="lt1"/>
                </a:solidFill>
              </a:defRPr>
            </a:lvl5pPr>
            <a:lvl6pPr lvl="5">
              <a:spcBef>
                <a:spcPts val="0"/>
              </a:spcBef>
              <a:spcAft>
                <a:spcPts val="0"/>
              </a:spcAft>
              <a:buClr>
                <a:schemeClr val="lt1"/>
              </a:buClr>
              <a:buSzPts val="13300"/>
              <a:buNone/>
              <a:defRPr sz="13300">
                <a:solidFill>
                  <a:schemeClr val="lt1"/>
                </a:solidFill>
              </a:defRPr>
            </a:lvl6pPr>
            <a:lvl7pPr lvl="6">
              <a:spcBef>
                <a:spcPts val="0"/>
              </a:spcBef>
              <a:spcAft>
                <a:spcPts val="0"/>
              </a:spcAft>
              <a:buClr>
                <a:schemeClr val="lt1"/>
              </a:buClr>
              <a:buSzPts val="13300"/>
              <a:buNone/>
              <a:defRPr sz="13300">
                <a:solidFill>
                  <a:schemeClr val="lt1"/>
                </a:solidFill>
              </a:defRPr>
            </a:lvl7pPr>
            <a:lvl8pPr lvl="7">
              <a:spcBef>
                <a:spcPts val="0"/>
              </a:spcBef>
              <a:spcAft>
                <a:spcPts val="0"/>
              </a:spcAft>
              <a:buClr>
                <a:schemeClr val="lt1"/>
              </a:buClr>
              <a:buSzPts val="13300"/>
              <a:buNone/>
              <a:defRPr sz="13300">
                <a:solidFill>
                  <a:schemeClr val="lt1"/>
                </a:solidFill>
              </a:defRPr>
            </a:lvl8pPr>
            <a:lvl9pPr lvl="8">
              <a:spcBef>
                <a:spcPts val="0"/>
              </a:spcBef>
              <a:spcAft>
                <a:spcPts val="0"/>
              </a:spcAft>
              <a:buClr>
                <a:schemeClr val="lt1"/>
              </a:buClr>
              <a:buSzPts val="13300"/>
              <a:buNone/>
              <a:defRPr sz="13300">
                <a:solidFill>
                  <a:schemeClr val="lt1"/>
                </a:solidFill>
              </a:defRPr>
            </a:lvl9pPr>
          </a:lstStyle>
          <a:p>
            <a:r>
              <a:t>xx%</a:t>
            </a:r>
          </a:p>
        </p:txBody>
      </p:sp>
      <p:sp>
        <p:nvSpPr>
          <p:cNvPr id="56" name="Google Shape;56;g388810cb851_0_536"/>
          <p:cNvSpPr txBox="1"/>
          <p:nvPr>
            <p:ph idx="1" type="body"/>
          </p:nvPr>
        </p:nvSpPr>
        <p:spPr>
          <a:xfrm>
            <a:off x="415600" y="2828567"/>
            <a:ext cx="7113300" cy="12567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Clr>
                <a:schemeClr val="accent2"/>
              </a:buClr>
              <a:buSzPts val="1700"/>
              <a:buChar char="●"/>
              <a:defRPr>
                <a:solidFill>
                  <a:schemeClr val="accent2"/>
                </a:solidFill>
              </a:defRPr>
            </a:lvl1pPr>
            <a:lvl2pPr indent="-323850" lvl="1" marL="914400">
              <a:spcBef>
                <a:spcPts val="0"/>
              </a:spcBef>
              <a:spcAft>
                <a:spcPts val="0"/>
              </a:spcAft>
              <a:buClr>
                <a:schemeClr val="accent2"/>
              </a:buClr>
              <a:buSzPts val="1500"/>
              <a:buChar char="○"/>
              <a:defRPr>
                <a:solidFill>
                  <a:schemeClr val="accent2"/>
                </a:solidFill>
              </a:defRPr>
            </a:lvl2pPr>
            <a:lvl3pPr indent="-323850" lvl="2" marL="1371600">
              <a:spcBef>
                <a:spcPts val="0"/>
              </a:spcBef>
              <a:spcAft>
                <a:spcPts val="0"/>
              </a:spcAft>
              <a:buClr>
                <a:schemeClr val="accent2"/>
              </a:buClr>
              <a:buSzPts val="1500"/>
              <a:buChar char="■"/>
              <a:defRPr>
                <a:solidFill>
                  <a:schemeClr val="accent2"/>
                </a:solidFill>
              </a:defRPr>
            </a:lvl3pPr>
            <a:lvl4pPr indent="-323850" lvl="3" marL="1828800">
              <a:spcBef>
                <a:spcPts val="0"/>
              </a:spcBef>
              <a:spcAft>
                <a:spcPts val="0"/>
              </a:spcAft>
              <a:buClr>
                <a:schemeClr val="accent2"/>
              </a:buClr>
              <a:buSzPts val="1500"/>
              <a:buChar char="●"/>
              <a:defRPr>
                <a:solidFill>
                  <a:schemeClr val="accent2"/>
                </a:solidFill>
              </a:defRPr>
            </a:lvl4pPr>
            <a:lvl5pPr indent="-323850" lvl="4" marL="2286000">
              <a:spcBef>
                <a:spcPts val="0"/>
              </a:spcBef>
              <a:spcAft>
                <a:spcPts val="0"/>
              </a:spcAft>
              <a:buClr>
                <a:schemeClr val="accent2"/>
              </a:buClr>
              <a:buSzPts val="1500"/>
              <a:buChar char="○"/>
              <a:defRPr>
                <a:solidFill>
                  <a:schemeClr val="accent2"/>
                </a:solidFill>
              </a:defRPr>
            </a:lvl5pPr>
            <a:lvl6pPr indent="-323850" lvl="5" marL="2743200">
              <a:spcBef>
                <a:spcPts val="0"/>
              </a:spcBef>
              <a:spcAft>
                <a:spcPts val="0"/>
              </a:spcAft>
              <a:buClr>
                <a:schemeClr val="accent2"/>
              </a:buClr>
              <a:buSzPts val="1500"/>
              <a:buChar char="■"/>
              <a:defRPr>
                <a:solidFill>
                  <a:schemeClr val="accent2"/>
                </a:solidFill>
              </a:defRPr>
            </a:lvl6pPr>
            <a:lvl7pPr indent="-323850" lvl="6" marL="3200400">
              <a:spcBef>
                <a:spcPts val="0"/>
              </a:spcBef>
              <a:spcAft>
                <a:spcPts val="0"/>
              </a:spcAft>
              <a:buClr>
                <a:schemeClr val="accent2"/>
              </a:buClr>
              <a:buSzPts val="1500"/>
              <a:buChar char="●"/>
              <a:defRPr>
                <a:solidFill>
                  <a:schemeClr val="accent2"/>
                </a:solidFill>
              </a:defRPr>
            </a:lvl7pPr>
            <a:lvl8pPr indent="-323850" lvl="7" marL="3657600">
              <a:spcBef>
                <a:spcPts val="0"/>
              </a:spcBef>
              <a:spcAft>
                <a:spcPts val="0"/>
              </a:spcAft>
              <a:buClr>
                <a:schemeClr val="accent2"/>
              </a:buClr>
              <a:buSzPts val="1500"/>
              <a:buChar char="○"/>
              <a:defRPr>
                <a:solidFill>
                  <a:schemeClr val="accent2"/>
                </a:solidFill>
              </a:defRPr>
            </a:lvl8pPr>
            <a:lvl9pPr indent="-323850" lvl="8" marL="4114800">
              <a:spcBef>
                <a:spcPts val="0"/>
              </a:spcBef>
              <a:spcAft>
                <a:spcPts val="0"/>
              </a:spcAft>
              <a:buClr>
                <a:schemeClr val="accent2"/>
              </a:buClr>
              <a:buSzPts val="1500"/>
              <a:buChar char="■"/>
              <a:defRPr>
                <a:solidFill>
                  <a:schemeClr val="accent2"/>
                </a:solidFill>
              </a:defRPr>
            </a:lvl9pPr>
          </a:lstStyle>
          <a:p/>
        </p:txBody>
      </p:sp>
      <p:sp>
        <p:nvSpPr>
          <p:cNvPr id="57" name="Google Shape;57;g388810cb851_0_53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g388810cb851_0_54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g388810cb851_0_487"/>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9pPr>
          </a:lstStyle>
          <a:p/>
        </p:txBody>
      </p:sp>
      <p:sp>
        <p:nvSpPr>
          <p:cNvPr id="7" name="Google Shape;7;g388810cb851_0_487"/>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36550" lvl="0" marL="457200">
              <a:lnSpc>
                <a:spcPct val="115000"/>
              </a:lnSpc>
              <a:spcBef>
                <a:spcPts val="0"/>
              </a:spcBef>
              <a:spcAft>
                <a:spcPts val="0"/>
              </a:spcAft>
              <a:buClr>
                <a:schemeClr val="dk2"/>
              </a:buClr>
              <a:buSzPts val="1700"/>
              <a:buFont typeface="Roboto"/>
              <a:buChar char="●"/>
              <a:defRPr sz="1700">
                <a:solidFill>
                  <a:schemeClr val="dk2"/>
                </a:solidFill>
                <a:latin typeface="Roboto"/>
                <a:ea typeface="Roboto"/>
                <a:cs typeface="Roboto"/>
                <a:sym typeface="Roboto"/>
              </a:defRPr>
            </a:lvl1pPr>
            <a:lvl2pPr indent="-323850" lvl="1" marL="9144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2pPr>
            <a:lvl3pPr indent="-323850" lvl="2" marL="13716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3pPr>
            <a:lvl4pPr indent="-323850" lvl="3" marL="18288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4pPr>
            <a:lvl5pPr indent="-323850" lvl="4" marL="22860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5pPr>
            <a:lvl6pPr indent="-323850" lvl="5" marL="27432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6pPr>
            <a:lvl7pPr indent="-323850" lvl="6" marL="32004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7pPr>
            <a:lvl8pPr indent="-323850" lvl="7" marL="36576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8pPr>
            <a:lvl9pPr indent="-323850" lvl="8" marL="41148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9pPr>
          </a:lstStyle>
          <a:p/>
        </p:txBody>
      </p:sp>
      <p:sp>
        <p:nvSpPr>
          <p:cNvPr id="8" name="Google Shape;8;g388810cb851_0_487"/>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latin typeface="Roboto"/>
                <a:ea typeface="Roboto"/>
                <a:cs typeface="Roboto"/>
                <a:sym typeface="Roboto"/>
              </a:defRPr>
            </a:lvl1pPr>
            <a:lvl2pPr lvl="1" algn="r">
              <a:buNone/>
              <a:defRPr sz="1300">
                <a:solidFill>
                  <a:schemeClr val="dk2"/>
                </a:solidFill>
                <a:latin typeface="Roboto"/>
                <a:ea typeface="Roboto"/>
                <a:cs typeface="Roboto"/>
                <a:sym typeface="Roboto"/>
              </a:defRPr>
            </a:lvl2pPr>
            <a:lvl3pPr lvl="2" algn="r">
              <a:buNone/>
              <a:defRPr sz="1300">
                <a:solidFill>
                  <a:schemeClr val="dk2"/>
                </a:solidFill>
                <a:latin typeface="Roboto"/>
                <a:ea typeface="Roboto"/>
                <a:cs typeface="Roboto"/>
                <a:sym typeface="Roboto"/>
              </a:defRPr>
            </a:lvl3pPr>
            <a:lvl4pPr lvl="3" algn="r">
              <a:buNone/>
              <a:defRPr sz="1300">
                <a:solidFill>
                  <a:schemeClr val="dk2"/>
                </a:solidFill>
                <a:latin typeface="Roboto"/>
                <a:ea typeface="Roboto"/>
                <a:cs typeface="Roboto"/>
                <a:sym typeface="Roboto"/>
              </a:defRPr>
            </a:lvl4pPr>
            <a:lvl5pPr lvl="4" algn="r">
              <a:buNone/>
              <a:defRPr sz="1300">
                <a:solidFill>
                  <a:schemeClr val="dk2"/>
                </a:solidFill>
                <a:latin typeface="Roboto"/>
                <a:ea typeface="Roboto"/>
                <a:cs typeface="Roboto"/>
                <a:sym typeface="Roboto"/>
              </a:defRPr>
            </a:lvl5pPr>
            <a:lvl6pPr lvl="5" algn="r">
              <a:buNone/>
              <a:defRPr sz="1300">
                <a:solidFill>
                  <a:schemeClr val="dk2"/>
                </a:solidFill>
                <a:latin typeface="Roboto"/>
                <a:ea typeface="Roboto"/>
                <a:cs typeface="Roboto"/>
                <a:sym typeface="Roboto"/>
              </a:defRPr>
            </a:lvl6pPr>
            <a:lvl7pPr lvl="6" algn="r">
              <a:buNone/>
              <a:defRPr sz="1300">
                <a:solidFill>
                  <a:schemeClr val="dk2"/>
                </a:solidFill>
                <a:latin typeface="Roboto"/>
                <a:ea typeface="Roboto"/>
                <a:cs typeface="Roboto"/>
                <a:sym typeface="Roboto"/>
              </a:defRPr>
            </a:lvl7pPr>
            <a:lvl8pPr lvl="7" algn="r">
              <a:buNone/>
              <a:defRPr sz="1300">
                <a:solidFill>
                  <a:schemeClr val="dk2"/>
                </a:solidFill>
                <a:latin typeface="Roboto"/>
                <a:ea typeface="Roboto"/>
                <a:cs typeface="Roboto"/>
                <a:sym typeface="Roboto"/>
              </a:defRPr>
            </a:lvl8pPr>
            <a:lvl9pPr lvl="8" algn="r">
              <a:buNone/>
              <a:defRPr sz="13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6.png"/><Relationship Id="rId10" Type="http://schemas.openxmlformats.org/officeDocument/2006/relationships/image" Target="../media/image11.png"/><Relationship Id="rId9" Type="http://schemas.openxmlformats.org/officeDocument/2006/relationships/image" Target="../media/image17.png"/><Relationship Id="rId5" Type="http://schemas.openxmlformats.org/officeDocument/2006/relationships/image" Target="../media/image12.png"/><Relationship Id="rId6" Type="http://schemas.openxmlformats.org/officeDocument/2006/relationships/image" Target="../media/image8.png"/><Relationship Id="rId7" Type="http://schemas.openxmlformats.org/officeDocument/2006/relationships/image" Target="../media/image14.png"/><Relationship Id="rId8"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
          <p:cNvSpPr txBox="1"/>
          <p:nvPr>
            <p:ph type="ctrTitle"/>
          </p:nvPr>
        </p:nvSpPr>
        <p:spPr>
          <a:xfrm>
            <a:off x="1407886" y="1398133"/>
            <a:ext cx="9144000" cy="16208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s-CL"/>
              <a:t>Presentación Portafolio </a:t>
            </a:r>
            <a:r>
              <a:rPr lang="es-CL"/>
              <a:t>Título</a:t>
            </a:r>
            <a:br>
              <a:rPr lang="es-CL"/>
            </a:br>
            <a:r>
              <a:rPr lang="es-CL" sz="3200"/>
              <a:t>“Divino </a:t>
            </a:r>
            <a:r>
              <a:rPr lang="es-CL" sz="3200"/>
              <a:t>Bizcochito</a:t>
            </a:r>
            <a:r>
              <a:rPr lang="es-CL" sz="3200"/>
              <a:t>”</a:t>
            </a:r>
            <a:endParaRPr/>
          </a:p>
        </p:txBody>
      </p:sp>
      <p:sp>
        <p:nvSpPr>
          <p:cNvPr id="65" name="Google Shape;65;p1"/>
          <p:cNvSpPr txBox="1"/>
          <p:nvPr>
            <p:ph idx="1" type="subTitle"/>
          </p:nvPr>
        </p:nvSpPr>
        <p:spPr>
          <a:xfrm>
            <a:off x="3048000" y="4457174"/>
            <a:ext cx="9144000" cy="16209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3200"/>
              <a:buNone/>
            </a:pPr>
            <a:r>
              <a:rPr lang="es-CL" sz="3200">
                <a:solidFill>
                  <a:schemeClr val="lt1"/>
                </a:solidFill>
              </a:rPr>
              <a:t>Ingeniería Informática</a:t>
            </a:r>
            <a:endParaRPr>
              <a:solidFill>
                <a:schemeClr val="lt1"/>
              </a:solidFill>
            </a:endParaRPr>
          </a:p>
          <a:p>
            <a:pPr indent="0" lvl="0" marL="0" rtl="0" algn="r">
              <a:lnSpc>
                <a:spcPct val="90000"/>
              </a:lnSpc>
              <a:spcBef>
                <a:spcPts val="1000"/>
              </a:spcBef>
              <a:spcAft>
                <a:spcPts val="0"/>
              </a:spcAft>
              <a:buClr>
                <a:schemeClr val="dk1"/>
              </a:buClr>
              <a:buSzPts val="1400"/>
              <a:buNone/>
            </a:pPr>
            <a:r>
              <a:rPr lang="es-CL" sz="1400">
                <a:solidFill>
                  <a:schemeClr val="lt1"/>
                </a:solidFill>
              </a:rPr>
              <a:t>Escuela de Informática y Telecomunicaciones</a:t>
            </a:r>
            <a:endParaRPr>
              <a:solidFill>
                <a:schemeClr val="lt1"/>
              </a:solidFill>
            </a:endParaRPr>
          </a:p>
          <a:p>
            <a:pPr indent="0" lvl="0" marL="0" rtl="0" algn="r">
              <a:lnSpc>
                <a:spcPct val="90000"/>
              </a:lnSpc>
              <a:spcBef>
                <a:spcPts val="1000"/>
              </a:spcBef>
              <a:spcAft>
                <a:spcPts val="0"/>
              </a:spcAft>
              <a:buClr>
                <a:schemeClr val="dk1"/>
              </a:buClr>
              <a:buSzPts val="1400"/>
              <a:buNone/>
            </a:pPr>
            <a:r>
              <a:rPr lang="es-CL" sz="1400">
                <a:solidFill>
                  <a:schemeClr val="lt1"/>
                </a:solidFill>
              </a:rPr>
              <a:t>Sede Puente Alto</a:t>
            </a:r>
            <a:endParaRPr>
              <a:solidFill>
                <a:schemeClr val="lt1"/>
              </a:solidFill>
            </a:endParaRPr>
          </a:p>
          <a:p>
            <a:pPr indent="0" lvl="0" marL="0" rtl="0" algn="r">
              <a:lnSpc>
                <a:spcPct val="90000"/>
              </a:lnSpc>
              <a:spcBef>
                <a:spcPts val="1000"/>
              </a:spcBef>
              <a:spcAft>
                <a:spcPts val="0"/>
              </a:spcAft>
              <a:buClr>
                <a:schemeClr val="dk1"/>
              </a:buClr>
              <a:buSzPts val="1400"/>
              <a:buNone/>
            </a:pPr>
            <a:r>
              <a:rPr lang="es-CL" sz="1400">
                <a:solidFill>
                  <a:schemeClr val="lt1"/>
                </a:solidFill>
              </a:rPr>
              <a:t>2025</a:t>
            </a:r>
            <a:endParaRPr sz="1400">
              <a:solidFill>
                <a:schemeClr val="lt1"/>
              </a:solidFill>
            </a:endParaRPr>
          </a:p>
          <a:p>
            <a:pPr indent="0" lvl="0" marL="0" rtl="0" algn="ctr">
              <a:lnSpc>
                <a:spcPct val="90000"/>
              </a:lnSpc>
              <a:spcBef>
                <a:spcPts val="1000"/>
              </a:spcBef>
              <a:spcAft>
                <a:spcPts val="0"/>
              </a:spcAft>
              <a:buClr>
                <a:schemeClr val="dk1"/>
              </a:buClr>
              <a:buSzPts val="1400"/>
              <a:buNone/>
            </a:pPr>
            <a:r>
              <a:t/>
            </a:r>
            <a:endParaRPr sz="1400"/>
          </a:p>
          <a:p>
            <a:pPr indent="0" lvl="0" marL="0" rtl="0" algn="ctr">
              <a:lnSpc>
                <a:spcPct val="90000"/>
              </a:lnSpc>
              <a:spcBef>
                <a:spcPts val="1000"/>
              </a:spcBef>
              <a:spcAft>
                <a:spcPts val="0"/>
              </a:spcAft>
              <a:buClr>
                <a:schemeClr val="dk1"/>
              </a:buClr>
              <a:buSzPts val="1400"/>
              <a:buNone/>
            </a:pPr>
            <a:r>
              <a:t/>
            </a:r>
            <a:endParaRPr sz="1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2"/>
          <p:cNvSpPr txBox="1"/>
          <p:nvPr/>
        </p:nvSpPr>
        <p:spPr>
          <a:xfrm>
            <a:off x="401852" y="262366"/>
            <a:ext cx="2993700" cy="1200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CL" sz="3600" u="none" cap="none" strike="noStrike">
                <a:solidFill>
                  <a:schemeClr val="lt1"/>
                </a:solidFill>
                <a:latin typeface="Calibri"/>
                <a:ea typeface="Calibri"/>
                <a:cs typeface="Calibri"/>
                <a:sym typeface="Calibri"/>
              </a:rPr>
              <a:t>INTEGRANTES DEL PROYECTO</a:t>
            </a:r>
            <a:endParaRPr b="0" i="0" sz="1800" u="none" cap="none" strike="noStrike">
              <a:solidFill>
                <a:schemeClr val="lt1"/>
              </a:solidFill>
              <a:latin typeface="Calibri"/>
              <a:ea typeface="Calibri"/>
              <a:cs typeface="Calibri"/>
              <a:sym typeface="Calibri"/>
            </a:endParaRPr>
          </a:p>
        </p:txBody>
      </p:sp>
      <p:grpSp>
        <p:nvGrpSpPr>
          <p:cNvPr id="71" name="Google Shape;71;p2"/>
          <p:cNvGrpSpPr/>
          <p:nvPr/>
        </p:nvGrpSpPr>
        <p:grpSpPr>
          <a:xfrm>
            <a:off x="1817375" y="2376550"/>
            <a:ext cx="7582572" cy="3415981"/>
            <a:chOff x="0" y="0"/>
            <a:chExt cx="6781052" cy="3415981"/>
          </a:xfrm>
        </p:grpSpPr>
        <p:sp>
          <p:nvSpPr>
            <p:cNvPr id="72" name="Google Shape;72;p2"/>
            <p:cNvSpPr/>
            <p:nvPr/>
          </p:nvSpPr>
          <p:spPr>
            <a:xfrm>
              <a:off x="0" y="0"/>
              <a:ext cx="6781017" cy="1067494"/>
            </a:xfrm>
            <a:prstGeom prst="roundRect">
              <a:avLst>
                <a:gd fmla="val 10000" name="adj"/>
              </a:avLst>
            </a:prstGeom>
            <a:gradFill>
              <a:gsLst>
                <a:gs pos="0">
                  <a:srgbClr val="5E81C9"/>
                </a:gs>
                <a:gs pos="50000">
                  <a:srgbClr val="3B70C9"/>
                </a:gs>
                <a:gs pos="100000">
                  <a:srgbClr val="2E60B8"/>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txBox="1"/>
            <p:nvPr/>
          </p:nvSpPr>
          <p:spPr>
            <a:xfrm>
              <a:off x="1462952" y="0"/>
              <a:ext cx="5318100" cy="1067400"/>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lt1"/>
                </a:buClr>
                <a:buSzPts val="2100"/>
                <a:buFont typeface="Calibri"/>
                <a:buNone/>
              </a:pPr>
              <a:r>
                <a:rPr lang="es-CL" sz="2100">
                  <a:solidFill>
                    <a:schemeClr val="lt1"/>
                  </a:solidFill>
                  <a:latin typeface="Calibri"/>
                  <a:ea typeface="Calibri"/>
                  <a:cs typeface="Calibri"/>
                  <a:sym typeface="Calibri"/>
                </a:rPr>
                <a:t>Baltazar Roa Soto</a:t>
              </a:r>
              <a:endParaRPr b="0" i="0" sz="2100" u="none" cap="none" strike="noStrike">
                <a:solidFill>
                  <a:schemeClr val="lt1"/>
                </a:solidFill>
                <a:latin typeface="Calibri"/>
                <a:ea typeface="Calibri"/>
                <a:cs typeface="Calibri"/>
                <a:sym typeface="Calibri"/>
              </a:endParaRPr>
            </a:p>
            <a:p>
              <a:pPr indent="-171450" lvl="1" marL="171450" marR="0" rtl="0" algn="l">
                <a:lnSpc>
                  <a:spcPct val="90000"/>
                </a:lnSpc>
                <a:spcBef>
                  <a:spcPts val="735"/>
                </a:spcBef>
                <a:spcAft>
                  <a:spcPts val="0"/>
                </a:spcAft>
                <a:buClr>
                  <a:schemeClr val="lt1"/>
                </a:buClr>
                <a:buSzPts val="1600"/>
                <a:buFont typeface="Calibri"/>
                <a:buChar char="•"/>
              </a:pPr>
              <a:r>
                <a:rPr lang="es-CL" sz="1600">
                  <a:solidFill>
                    <a:schemeClr val="lt1"/>
                  </a:solidFill>
                  <a:latin typeface="Calibri"/>
                  <a:ea typeface="Calibri"/>
                  <a:cs typeface="Calibri"/>
                  <a:sym typeface="Calibri"/>
                </a:rPr>
                <a:t>Jefe de proyecto y gerente de proyecto</a:t>
              </a:r>
              <a:endParaRPr b="0" i="0" sz="1600" u="none" cap="none" strike="noStrike">
                <a:solidFill>
                  <a:schemeClr val="lt1"/>
                </a:solidFill>
                <a:latin typeface="Calibri"/>
                <a:ea typeface="Calibri"/>
                <a:cs typeface="Calibri"/>
                <a:sym typeface="Calibri"/>
              </a:endParaRPr>
            </a:p>
            <a:p>
              <a:pPr indent="-171450" lvl="1" marL="171450" marR="0" rtl="0" algn="l">
                <a:lnSpc>
                  <a:spcPct val="90000"/>
                </a:lnSpc>
                <a:spcBef>
                  <a:spcPts val="240"/>
                </a:spcBef>
                <a:spcAft>
                  <a:spcPts val="0"/>
                </a:spcAft>
                <a:buClr>
                  <a:schemeClr val="lt1"/>
                </a:buClr>
                <a:buSzPts val="1600"/>
                <a:buFont typeface="Calibri"/>
                <a:buChar char="•"/>
              </a:pPr>
              <a:r>
                <a:rPr b="0" i="0" lang="es-CL" sz="1600" u="none" cap="none" strike="noStrike">
                  <a:solidFill>
                    <a:schemeClr val="lt1"/>
                  </a:solidFill>
                  <a:latin typeface="Calibri"/>
                  <a:ea typeface="Calibri"/>
                  <a:cs typeface="Calibri"/>
                  <a:sym typeface="Calibri"/>
                </a:rPr>
                <a:t>Funciones desempeñadas</a:t>
              </a:r>
              <a:endParaRPr b="0" i="0" sz="1600" u="none" cap="none" strike="noStrike">
                <a:solidFill>
                  <a:schemeClr val="lt1"/>
                </a:solidFill>
                <a:latin typeface="Calibri"/>
                <a:ea typeface="Calibri"/>
                <a:cs typeface="Calibri"/>
                <a:sym typeface="Calibri"/>
              </a:endParaRPr>
            </a:p>
          </p:txBody>
        </p:sp>
        <p:sp>
          <p:nvSpPr>
            <p:cNvPr id="74" name="Google Shape;74;p2"/>
            <p:cNvSpPr/>
            <p:nvPr/>
          </p:nvSpPr>
          <p:spPr>
            <a:xfrm>
              <a:off x="0" y="1174243"/>
              <a:ext cx="6781017" cy="1067494"/>
            </a:xfrm>
            <a:prstGeom prst="roundRect">
              <a:avLst>
                <a:gd fmla="val 10000" name="adj"/>
              </a:avLst>
            </a:prstGeom>
            <a:gradFill>
              <a:gsLst>
                <a:gs pos="0">
                  <a:srgbClr val="5E81C9"/>
                </a:gs>
                <a:gs pos="50000">
                  <a:srgbClr val="3B70C9"/>
                </a:gs>
                <a:gs pos="100000">
                  <a:srgbClr val="2E60B8"/>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txBox="1"/>
            <p:nvPr/>
          </p:nvSpPr>
          <p:spPr>
            <a:xfrm>
              <a:off x="1462952" y="1174243"/>
              <a:ext cx="5318064" cy="1067494"/>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lt1"/>
                </a:buClr>
                <a:buSzPts val="2100"/>
                <a:buFont typeface="Calibri"/>
                <a:buNone/>
              </a:pPr>
              <a:r>
                <a:rPr lang="es-CL" sz="2100">
                  <a:solidFill>
                    <a:schemeClr val="lt1"/>
                  </a:solidFill>
                  <a:latin typeface="Calibri"/>
                  <a:ea typeface="Calibri"/>
                  <a:cs typeface="Calibri"/>
                  <a:sym typeface="Calibri"/>
                </a:rPr>
                <a:t>Angel Eduardo Pinto Huanchumpan</a:t>
              </a:r>
              <a:endParaRPr b="0" i="0" sz="2100" u="none" cap="none" strike="noStrike">
                <a:solidFill>
                  <a:schemeClr val="lt1"/>
                </a:solidFill>
                <a:latin typeface="Calibri"/>
                <a:ea typeface="Calibri"/>
                <a:cs typeface="Calibri"/>
                <a:sym typeface="Calibri"/>
              </a:endParaRPr>
            </a:p>
            <a:p>
              <a:pPr indent="-171450" lvl="1" marL="171450" marR="0" rtl="0" algn="l">
                <a:lnSpc>
                  <a:spcPct val="90000"/>
                </a:lnSpc>
                <a:spcBef>
                  <a:spcPts val="735"/>
                </a:spcBef>
                <a:spcAft>
                  <a:spcPts val="0"/>
                </a:spcAft>
                <a:buClr>
                  <a:schemeClr val="lt1"/>
                </a:buClr>
                <a:buSzPts val="1600"/>
                <a:buFont typeface="Calibri"/>
                <a:buChar char="•"/>
              </a:pPr>
              <a:r>
                <a:rPr lang="es-CL" sz="1600">
                  <a:solidFill>
                    <a:schemeClr val="lt1"/>
                  </a:solidFill>
                  <a:latin typeface="Calibri"/>
                  <a:ea typeface="Calibri"/>
                  <a:cs typeface="Calibri"/>
                  <a:sym typeface="Calibri"/>
                </a:rPr>
                <a:t>DBA, QA</a:t>
              </a:r>
              <a:endParaRPr b="0" i="0" sz="1600" u="none" cap="none" strike="noStrike">
                <a:solidFill>
                  <a:schemeClr val="lt1"/>
                </a:solidFill>
                <a:latin typeface="Calibri"/>
                <a:ea typeface="Calibri"/>
                <a:cs typeface="Calibri"/>
                <a:sym typeface="Calibri"/>
              </a:endParaRPr>
            </a:p>
            <a:p>
              <a:pPr indent="-171450" lvl="1" marL="171450" marR="0" rtl="0" algn="l">
                <a:lnSpc>
                  <a:spcPct val="90000"/>
                </a:lnSpc>
                <a:spcBef>
                  <a:spcPts val="240"/>
                </a:spcBef>
                <a:spcAft>
                  <a:spcPts val="0"/>
                </a:spcAft>
                <a:buClr>
                  <a:schemeClr val="lt1"/>
                </a:buClr>
                <a:buSzPts val="1600"/>
                <a:buFont typeface="Calibri"/>
                <a:buChar char="•"/>
              </a:pPr>
              <a:r>
                <a:rPr b="0" i="0" lang="es-CL" sz="1600" u="none" cap="none" strike="noStrike">
                  <a:solidFill>
                    <a:schemeClr val="lt1"/>
                  </a:solidFill>
                  <a:latin typeface="Calibri"/>
                  <a:ea typeface="Calibri"/>
                  <a:cs typeface="Calibri"/>
                  <a:sym typeface="Calibri"/>
                </a:rPr>
                <a:t>Funciones desempeñadas</a:t>
              </a:r>
              <a:endParaRPr b="0" i="0" sz="1600" u="none" cap="none" strike="noStrike">
                <a:solidFill>
                  <a:schemeClr val="lt1"/>
                </a:solidFill>
                <a:latin typeface="Calibri"/>
                <a:ea typeface="Calibri"/>
                <a:cs typeface="Calibri"/>
                <a:sym typeface="Calibri"/>
              </a:endParaRPr>
            </a:p>
          </p:txBody>
        </p:sp>
        <p:sp>
          <p:nvSpPr>
            <p:cNvPr id="76" name="Google Shape;76;p2"/>
            <p:cNvSpPr/>
            <p:nvPr/>
          </p:nvSpPr>
          <p:spPr>
            <a:xfrm>
              <a:off x="0" y="2348487"/>
              <a:ext cx="6781017" cy="1067494"/>
            </a:xfrm>
            <a:prstGeom prst="roundRect">
              <a:avLst>
                <a:gd fmla="val 10000" name="adj"/>
              </a:avLst>
            </a:prstGeom>
            <a:gradFill>
              <a:gsLst>
                <a:gs pos="0">
                  <a:srgbClr val="5E81C9"/>
                </a:gs>
                <a:gs pos="50000">
                  <a:srgbClr val="3B70C9"/>
                </a:gs>
                <a:gs pos="100000">
                  <a:srgbClr val="2E60B8"/>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txBox="1"/>
            <p:nvPr/>
          </p:nvSpPr>
          <p:spPr>
            <a:xfrm>
              <a:off x="1462952" y="2348487"/>
              <a:ext cx="5318064" cy="1067494"/>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lt1"/>
                </a:buClr>
                <a:buSzPts val="2100"/>
                <a:buFont typeface="Calibri"/>
                <a:buNone/>
              </a:pPr>
              <a:r>
                <a:rPr lang="es-CL" sz="2100">
                  <a:solidFill>
                    <a:schemeClr val="lt1"/>
                  </a:solidFill>
                  <a:latin typeface="Calibri"/>
                  <a:ea typeface="Calibri"/>
                  <a:cs typeface="Calibri"/>
                  <a:sym typeface="Calibri"/>
                </a:rPr>
                <a:t>Joaquín Antonio Galarce Núñez</a:t>
              </a:r>
              <a:endParaRPr/>
            </a:p>
            <a:p>
              <a:pPr indent="-171450" lvl="1" marL="171450" marR="0" rtl="0" algn="l">
                <a:lnSpc>
                  <a:spcPct val="90000"/>
                </a:lnSpc>
                <a:spcBef>
                  <a:spcPts val="735"/>
                </a:spcBef>
                <a:spcAft>
                  <a:spcPts val="0"/>
                </a:spcAft>
                <a:buClr>
                  <a:schemeClr val="lt1"/>
                </a:buClr>
                <a:buSzPts val="1600"/>
                <a:buFont typeface="Calibri"/>
                <a:buChar char="•"/>
              </a:pPr>
              <a:r>
                <a:rPr lang="es-CL" sz="1600">
                  <a:solidFill>
                    <a:schemeClr val="lt1"/>
                  </a:solidFill>
                  <a:latin typeface="Calibri"/>
                  <a:ea typeface="Calibri"/>
                  <a:cs typeface="Calibri"/>
                  <a:sym typeface="Calibri"/>
                </a:rPr>
                <a:t>Desarrollador y diseñador</a:t>
              </a:r>
              <a:endParaRPr/>
            </a:p>
            <a:p>
              <a:pPr indent="-171450" lvl="1" marL="171450" marR="0" rtl="0" algn="l">
                <a:lnSpc>
                  <a:spcPct val="90000"/>
                </a:lnSpc>
                <a:spcBef>
                  <a:spcPts val="240"/>
                </a:spcBef>
                <a:spcAft>
                  <a:spcPts val="0"/>
                </a:spcAft>
                <a:buClr>
                  <a:schemeClr val="lt1"/>
                </a:buClr>
                <a:buSzPts val="1600"/>
                <a:buFont typeface="Calibri"/>
                <a:buChar char="•"/>
              </a:pPr>
              <a:r>
                <a:rPr lang="es-CL" sz="1600">
                  <a:solidFill>
                    <a:schemeClr val="lt1"/>
                  </a:solidFill>
                  <a:latin typeface="Calibri"/>
                  <a:ea typeface="Calibri"/>
                  <a:cs typeface="Calibri"/>
                  <a:sym typeface="Calibri"/>
                </a:rPr>
                <a:t>Diseñar la </a:t>
              </a:r>
              <a:r>
                <a:rPr lang="es-CL" sz="1600">
                  <a:solidFill>
                    <a:schemeClr val="lt1"/>
                  </a:solidFill>
                  <a:latin typeface="Calibri"/>
                  <a:ea typeface="Calibri"/>
                  <a:cs typeface="Calibri"/>
                  <a:sym typeface="Calibri"/>
                </a:rPr>
                <a:t>página</a:t>
              </a:r>
              <a:r>
                <a:rPr lang="es-CL" sz="1600">
                  <a:solidFill>
                    <a:schemeClr val="lt1"/>
                  </a:solidFill>
                  <a:latin typeface="Calibri"/>
                  <a:ea typeface="Calibri"/>
                  <a:cs typeface="Calibri"/>
                  <a:sym typeface="Calibri"/>
                </a:rPr>
                <a:t> web</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3"/>
          <p:cNvSpPr txBox="1"/>
          <p:nvPr>
            <p:ph type="title"/>
          </p:nvPr>
        </p:nvSpPr>
        <p:spPr>
          <a:xfrm>
            <a:off x="838209" y="443388"/>
            <a:ext cx="10515600" cy="718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CL"/>
              <a:t>Descripción del Proyecto</a:t>
            </a:r>
            <a:endParaRPr/>
          </a:p>
        </p:txBody>
      </p:sp>
      <p:sp>
        <p:nvSpPr>
          <p:cNvPr id="83" name="Google Shape;83;p3"/>
          <p:cNvSpPr/>
          <p:nvPr/>
        </p:nvSpPr>
        <p:spPr>
          <a:xfrm>
            <a:off x="714909" y="2169769"/>
            <a:ext cx="4427360" cy="4092601"/>
          </a:xfrm>
          <a:prstGeom prst="roundRect">
            <a:avLst>
              <a:gd fmla="val 10901" name="adj"/>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s-CL" sz="2800" u="sng" cap="none" strike="noStrike">
                <a:solidFill>
                  <a:schemeClr val="dk1"/>
                </a:solidFill>
                <a:latin typeface="Calibri"/>
                <a:ea typeface="Calibri"/>
                <a:cs typeface="Calibri"/>
                <a:sym typeface="Calibri"/>
              </a:rPr>
              <a:t>Problemática</a:t>
            </a:r>
            <a:endParaRPr/>
          </a:p>
          <a:p>
            <a:pPr indent="0" lvl="0" marL="0" marR="0" rtl="0" algn="ctr">
              <a:spcBef>
                <a:spcPts val="0"/>
              </a:spcBef>
              <a:spcAft>
                <a:spcPts val="0"/>
              </a:spcAft>
              <a:buNone/>
            </a:pPr>
            <a:r>
              <a:t/>
            </a:r>
            <a:endParaRPr b="0" i="0" sz="1800" u="sng" cap="none" strike="noStrike">
              <a:solidFill>
                <a:schemeClr val="dk1"/>
              </a:solidFill>
              <a:latin typeface="Calibri"/>
              <a:ea typeface="Calibri"/>
              <a:cs typeface="Calibri"/>
              <a:sym typeface="Calibri"/>
            </a:endParaRPr>
          </a:p>
          <a:p>
            <a:pPr indent="0" lvl="0" marL="0" marR="0" rtl="0" algn="just">
              <a:spcBef>
                <a:spcPts val="0"/>
              </a:spcBef>
              <a:spcAft>
                <a:spcPts val="0"/>
              </a:spcAft>
              <a:buNone/>
            </a:pPr>
            <a:r>
              <a:rPr lang="es-CL" sz="1600">
                <a:solidFill>
                  <a:srgbClr val="264159"/>
                </a:solidFill>
                <a:latin typeface="Calibri"/>
                <a:ea typeface="Calibri"/>
                <a:cs typeface="Calibri"/>
                <a:sym typeface="Calibri"/>
              </a:rPr>
              <a:t>La pastelería Divino Bizcochito enfrenta limitaciones en su gestión actual de pedidos y ventas, ya que depende de comunicación informal a través de redes sociales y mensajería, lo que genera desorganización, riesgo de errores y pérdida de información. </a:t>
            </a:r>
            <a:endParaRPr sz="1600">
              <a:solidFill>
                <a:srgbClr val="264159"/>
              </a:solidFill>
              <a:latin typeface="Calibri"/>
              <a:ea typeface="Calibri"/>
              <a:cs typeface="Calibri"/>
              <a:sym typeface="Calibri"/>
            </a:endParaRPr>
          </a:p>
          <a:p>
            <a:pPr indent="0" lvl="0" marL="0" marR="0" rtl="0" algn="just">
              <a:spcBef>
                <a:spcPts val="0"/>
              </a:spcBef>
              <a:spcAft>
                <a:spcPts val="0"/>
              </a:spcAft>
              <a:buNone/>
            </a:pPr>
            <a:r>
              <a:rPr lang="es-CL" sz="1600">
                <a:solidFill>
                  <a:srgbClr val="264159"/>
                </a:solidFill>
                <a:latin typeface="Calibri"/>
                <a:ea typeface="Calibri"/>
                <a:cs typeface="Calibri"/>
                <a:sym typeface="Calibri"/>
              </a:rPr>
              <a:t>La ausencia de un sistema centralizado dificulta la coordinación de pedidos, producción y entregas, mientras que los clientes carecen de un catálogo digital actualizado y de opciones claras para personalizar sus compras. </a:t>
            </a:r>
            <a:endParaRPr i="0" sz="2300" u="sng" cap="none" strike="noStrike">
              <a:solidFill>
                <a:srgbClr val="264159"/>
              </a:solidFill>
              <a:latin typeface="Calibri"/>
              <a:ea typeface="Calibri"/>
              <a:cs typeface="Calibri"/>
              <a:sym typeface="Calibri"/>
            </a:endParaRPr>
          </a:p>
        </p:txBody>
      </p:sp>
      <p:sp>
        <p:nvSpPr>
          <p:cNvPr id="84" name="Google Shape;84;p3"/>
          <p:cNvSpPr/>
          <p:nvPr/>
        </p:nvSpPr>
        <p:spPr>
          <a:xfrm>
            <a:off x="6912079" y="2177325"/>
            <a:ext cx="4641292" cy="4092601"/>
          </a:xfrm>
          <a:prstGeom prst="roundRect">
            <a:avLst>
              <a:gd fmla="val 10901" name="adj"/>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s-CL" sz="2800" u="sng" cap="none" strike="noStrike">
                <a:solidFill>
                  <a:schemeClr val="dk1"/>
                </a:solidFill>
                <a:latin typeface="Calibri"/>
                <a:ea typeface="Calibri"/>
                <a:cs typeface="Calibri"/>
                <a:sym typeface="Calibri"/>
              </a:rPr>
              <a:t>Propuesta de solución</a:t>
            </a:r>
            <a:endParaRPr/>
          </a:p>
          <a:p>
            <a:pPr indent="0" lvl="0" marL="0" marR="0" rtl="0" algn="ctr">
              <a:spcBef>
                <a:spcPts val="0"/>
              </a:spcBef>
              <a:spcAft>
                <a:spcPts val="0"/>
              </a:spcAft>
              <a:buNone/>
            </a:pPr>
            <a:r>
              <a:t/>
            </a:r>
            <a:endParaRPr b="0" i="0" sz="1800" u="sng" cap="none" strike="noStrike">
              <a:solidFill>
                <a:schemeClr val="dk1"/>
              </a:solidFill>
              <a:latin typeface="Calibri"/>
              <a:ea typeface="Calibri"/>
              <a:cs typeface="Calibri"/>
              <a:sym typeface="Calibri"/>
            </a:endParaRPr>
          </a:p>
          <a:p>
            <a:pPr indent="0" lvl="0" marL="0" marR="0" rtl="0" algn="just">
              <a:spcBef>
                <a:spcPts val="0"/>
              </a:spcBef>
              <a:spcAft>
                <a:spcPts val="0"/>
              </a:spcAft>
              <a:buNone/>
            </a:pPr>
            <a:r>
              <a:rPr lang="es-CL" sz="1200">
                <a:solidFill>
                  <a:srgbClr val="264159"/>
                </a:solidFill>
                <a:latin typeface="Calibri"/>
                <a:ea typeface="Calibri"/>
                <a:cs typeface="Calibri"/>
                <a:sym typeface="Calibri"/>
              </a:rPr>
              <a:t>Para responder a las dificultades actuales de Divino Bizcochito, se desarrollará una solución tecnológica integral conformada por una plataforma web y una aplicación móvil.</a:t>
            </a:r>
            <a:endParaRPr sz="1200">
              <a:solidFill>
                <a:srgbClr val="264159"/>
              </a:solidFill>
              <a:latin typeface="Calibri"/>
              <a:ea typeface="Calibri"/>
              <a:cs typeface="Calibri"/>
              <a:sym typeface="Calibri"/>
            </a:endParaRPr>
          </a:p>
          <a:p>
            <a:pPr indent="0" lvl="0" marL="0" marR="0" rtl="0" algn="just">
              <a:spcBef>
                <a:spcPts val="0"/>
              </a:spcBef>
              <a:spcAft>
                <a:spcPts val="0"/>
              </a:spcAft>
              <a:buNone/>
            </a:pPr>
            <a:r>
              <a:rPr lang="es-CL" sz="1200">
                <a:solidFill>
                  <a:srgbClr val="264159"/>
                </a:solidFill>
                <a:latin typeface="Calibri"/>
                <a:ea typeface="Calibri"/>
                <a:cs typeface="Calibri"/>
                <a:sym typeface="Calibri"/>
              </a:rPr>
              <a:t>La web permitirá a los clientes visualizar un catálogo digital, realizar pedidos personalizados, registrarse, iniciar sesión y dar seguimiento en tiempo real a sus compras, además de ofrecer un área administrativa para gestionar pedidos, organizar la producción y generar reportes básicos. </a:t>
            </a:r>
            <a:endParaRPr sz="1200">
              <a:solidFill>
                <a:srgbClr val="264159"/>
              </a:solidFill>
              <a:latin typeface="Calibri"/>
              <a:ea typeface="Calibri"/>
              <a:cs typeface="Calibri"/>
              <a:sym typeface="Calibri"/>
            </a:endParaRPr>
          </a:p>
          <a:p>
            <a:pPr indent="0" lvl="0" marL="0" marR="0" rtl="0" algn="just">
              <a:spcBef>
                <a:spcPts val="0"/>
              </a:spcBef>
              <a:spcAft>
                <a:spcPts val="0"/>
              </a:spcAft>
              <a:buNone/>
            </a:pPr>
            <a:r>
              <a:rPr lang="es-CL" sz="1200">
                <a:solidFill>
                  <a:srgbClr val="264159"/>
                </a:solidFill>
                <a:latin typeface="Calibri"/>
                <a:ea typeface="Calibri"/>
                <a:cs typeface="Calibri"/>
                <a:sym typeface="Calibri"/>
              </a:rPr>
              <a:t>La aplicación móvil, orientada exclusivamente al cliente, ofrecerá catálogo optimizado, configurador de pedidos, autenticación, seguimiento en tiempo real y notificaciones push. </a:t>
            </a:r>
            <a:endParaRPr sz="1200">
              <a:solidFill>
                <a:srgbClr val="264159"/>
              </a:solidFill>
              <a:latin typeface="Calibri"/>
              <a:ea typeface="Calibri"/>
              <a:cs typeface="Calibri"/>
              <a:sym typeface="Calibri"/>
            </a:endParaRPr>
          </a:p>
          <a:p>
            <a:pPr indent="0" lvl="0" marL="0" marR="0" rtl="0" algn="just">
              <a:spcBef>
                <a:spcPts val="0"/>
              </a:spcBef>
              <a:spcAft>
                <a:spcPts val="0"/>
              </a:spcAft>
              <a:buNone/>
            </a:pPr>
            <a:r>
              <a:t/>
            </a:r>
            <a:endParaRPr sz="1200">
              <a:solidFill>
                <a:srgbClr val="264159"/>
              </a:solidFill>
              <a:latin typeface="Calibri"/>
              <a:ea typeface="Calibri"/>
              <a:cs typeface="Calibri"/>
              <a:sym typeface="Calibri"/>
            </a:endParaRPr>
          </a:p>
          <a:p>
            <a:pPr indent="0" lvl="0" marL="0" marR="0" rtl="0" algn="just">
              <a:spcBef>
                <a:spcPts val="0"/>
              </a:spcBef>
              <a:spcAft>
                <a:spcPts val="0"/>
              </a:spcAft>
              <a:buNone/>
            </a:pPr>
            <a:r>
              <a:rPr lang="es-CL" sz="1200">
                <a:solidFill>
                  <a:srgbClr val="264159"/>
                </a:solidFill>
                <a:latin typeface="Calibri"/>
                <a:ea typeface="Calibri"/>
                <a:cs typeface="Calibri"/>
                <a:sym typeface="Calibri"/>
              </a:rPr>
              <a:t>Con esta digitalización se busca reducir errores en la toma de pedidos, mejorar la comunicación, ofrecer una experiencia moderna y confiable, optimizar la operación interna y fortalecer la competitividad y el crecimiento de la empresa.</a:t>
            </a:r>
            <a:endParaRPr i="0" sz="1900" u="none" cap="none" strike="noStrike">
              <a:solidFill>
                <a:srgbClr val="264159"/>
              </a:solidFill>
              <a:latin typeface="Calibri"/>
              <a:ea typeface="Calibri"/>
              <a:cs typeface="Calibri"/>
              <a:sym typeface="Calibri"/>
            </a:endParaRPr>
          </a:p>
        </p:txBody>
      </p:sp>
      <p:sp>
        <p:nvSpPr>
          <p:cNvPr id="85" name="Google Shape;85;p3"/>
          <p:cNvSpPr/>
          <p:nvPr/>
        </p:nvSpPr>
        <p:spPr>
          <a:xfrm>
            <a:off x="5456903" y="3736258"/>
            <a:ext cx="1140542" cy="757084"/>
          </a:xfrm>
          <a:prstGeom prst="rightArrow">
            <a:avLst>
              <a:gd fmla="val 50000" name="adj1"/>
              <a:gd fmla="val 50000" name="adj2"/>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gtEl>
                                        <p:attrNameLst>
                                          <p:attrName>style.visibility</p:attrName>
                                        </p:attrNameLst>
                                      </p:cBhvr>
                                      <p:to>
                                        <p:strVal val="visible"/>
                                      </p:to>
                                    </p:set>
                                    <p:animEffect filter="fade" transition="in">
                                      <p:cBhvr>
                                        <p:cTn dur="500"/>
                                        <p:tgtEl>
                                          <p:spTgt spid="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gtEl>
                                        <p:attrNameLst>
                                          <p:attrName>style.visibility</p:attrName>
                                        </p:attrNameLst>
                                      </p:cBhvr>
                                      <p:to>
                                        <p:strVal val="visible"/>
                                      </p:to>
                                    </p:set>
                                    <p:animEffect filter="fade" transition="in">
                                      <p:cBhvr>
                                        <p:cTn dur="500"/>
                                        <p:tgtEl>
                                          <p:spTgt spid="85"/>
                                        </p:tgtEl>
                                      </p:cBhvr>
                                    </p:animEffect>
                                  </p:childTnLst>
                                </p:cTn>
                              </p:par>
                              <p:par>
                                <p:cTn fill="hold" nodeType="withEffect" presetClass="entr" presetID="10" presetSubtype="0">
                                  <p:stCondLst>
                                    <p:cond delay="0"/>
                                  </p:stCondLst>
                                  <p:childTnLst>
                                    <p:set>
                                      <p:cBhvr>
                                        <p:cTn dur="1" fill="hold">
                                          <p:stCondLst>
                                            <p:cond delay="0"/>
                                          </p:stCondLst>
                                        </p:cTn>
                                        <p:tgtEl>
                                          <p:spTgt spid="84"/>
                                        </p:tgtEl>
                                        <p:attrNameLst>
                                          <p:attrName>style.visibility</p:attrName>
                                        </p:attrNameLst>
                                      </p:cBhvr>
                                      <p:to>
                                        <p:strVal val="visible"/>
                                      </p:to>
                                    </p:set>
                                    <p:animEffect filter="fade" transition="in">
                                      <p:cBhvr>
                                        <p:cTn dur="500"/>
                                        <p:tgtEl>
                                          <p:spTgt spid="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4"/>
          <p:cNvSpPr/>
          <p:nvPr/>
        </p:nvSpPr>
        <p:spPr>
          <a:xfrm>
            <a:off x="639940" y="1872234"/>
            <a:ext cx="10962900" cy="1575300"/>
          </a:xfrm>
          <a:prstGeom prst="roundRect">
            <a:avLst>
              <a:gd fmla="val 16667" name="adj"/>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1500"/>
          </a:p>
          <a:p>
            <a:pPr indent="0" lvl="0" marL="0" rtl="0" algn="ctr">
              <a:spcBef>
                <a:spcPts val="0"/>
              </a:spcBef>
              <a:spcAft>
                <a:spcPts val="0"/>
              </a:spcAft>
              <a:buNone/>
            </a:pPr>
            <a:r>
              <a:rPr lang="es-CL" sz="1800">
                <a:solidFill>
                  <a:srgbClr val="264159"/>
                </a:solidFill>
                <a:latin typeface="Calibri"/>
                <a:ea typeface="Calibri"/>
                <a:cs typeface="Calibri"/>
                <a:sym typeface="Calibri"/>
              </a:rPr>
              <a:t>Desarrollar e implementar una plataforma web junto con una aplicación móvil conectadas entre sí, orientadas a digitalizar el proceso de ventas de </a:t>
            </a:r>
            <a:r>
              <a:rPr i="1" lang="es-CL" sz="1800">
                <a:solidFill>
                  <a:srgbClr val="264159"/>
                </a:solidFill>
                <a:latin typeface="Calibri"/>
                <a:ea typeface="Calibri"/>
                <a:cs typeface="Calibri"/>
                <a:sym typeface="Calibri"/>
              </a:rPr>
              <a:t>Divino Bizcochito</a:t>
            </a:r>
            <a:r>
              <a:rPr lang="es-CL" sz="1800">
                <a:solidFill>
                  <a:srgbClr val="264159"/>
                </a:solidFill>
                <a:latin typeface="Calibri"/>
                <a:ea typeface="Calibri"/>
                <a:cs typeface="Calibri"/>
                <a:sym typeface="Calibri"/>
              </a:rPr>
              <a:t>. La solución incluirá un catálogo en línea, opciones de pedidos personalizados y seguimiento de entregas, además de un panel administrativo para gestionar de forma centralizada clientes, productos y transacciones. El sistema deberá garantizar seguridad, escalabilidad y diseño responsivo, brindando una experiencia de usuario clara, simple e intuitiva.</a:t>
            </a:r>
            <a:endParaRPr sz="1900">
              <a:solidFill>
                <a:srgbClr val="264159"/>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4"/>
          <p:cNvSpPr/>
          <p:nvPr/>
        </p:nvSpPr>
        <p:spPr>
          <a:xfrm>
            <a:off x="614525" y="4709950"/>
            <a:ext cx="10962900" cy="1783500"/>
          </a:xfrm>
          <a:prstGeom prst="roundRect">
            <a:avLst>
              <a:gd fmla="val 16667" name="adj"/>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l">
              <a:lnSpc>
                <a:spcPct val="115000"/>
              </a:lnSpc>
              <a:spcBef>
                <a:spcPts val="1200"/>
              </a:spcBef>
              <a:spcAft>
                <a:spcPts val="0"/>
              </a:spcAft>
              <a:buNone/>
            </a:pPr>
            <a:r>
              <a:t/>
            </a:r>
            <a:endParaRPr sz="1100"/>
          </a:p>
          <a:p>
            <a:pPr indent="0" lvl="0" marL="0" rtl="0" algn="ctr">
              <a:lnSpc>
                <a:spcPct val="115000"/>
              </a:lnSpc>
              <a:spcBef>
                <a:spcPts val="1200"/>
              </a:spcBef>
              <a:spcAft>
                <a:spcPts val="0"/>
              </a:spcAft>
              <a:buNone/>
            </a:pPr>
            <a:r>
              <a:rPr lang="es-CL">
                <a:solidFill>
                  <a:srgbClr val="264159"/>
                </a:solidFill>
                <a:latin typeface="Calibri"/>
                <a:ea typeface="Calibri"/>
                <a:cs typeface="Calibri"/>
                <a:sym typeface="Calibri"/>
              </a:rPr>
              <a:t>Los </a:t>
            </a:r>
            <a:r>
              <a:rPr b="1" lang="es-CL">
                <a:solidFill>
                  <a:srgbClr val="264159"/>
                </a:solidFill>
                <a:latin typeface="Calibri"/>
                <a:ea typeface="Calibri"/>
                <a:cs typeface="Calibri"/>
                <a:sym typeface="Calibri"/>
              </a:rPr>
              <a:t>objetivos específicos</a:t>
            </a:r>
            <a:r>
              <a:rPr lang="es-CL">
                <a:solidFill>
                  <a:srgbClr val="264159"/>
                </a:solidFill>
                <a:latin typeface="Calibri"/>
                <a:ea typeface="Calibri"/>
                <a:cs typeface="Calibri"/>
                <a:sym typeface="Calibri"/>
              </a:rPr>
              <a:t> del proyecto son diseñar y desarrollar una </a:t>
            </a:r>
            <a:r>
              <a:rPr b="1" lang="es-CL">
                <a:solidFill>
                  <a:srgbClr val="264159"/>
                </a:solidFill>
                <a:latin typeface="Calibri"/>
                <a:ea typeface="Calibri"/>
                <a:cs typeface="Calibri"/>
                <a:sym typeface="Calibri"/>
              </a:rPr>
              <a:t>plataforma web + app móvil</a:t>
            </a:r>
            <a:r>
              <a:rPr lang="es-CL">
                <a:solidFill>
                  <a:srgbClr val="264159"/>
                </a:solidFill>
                <a:latin typeface="Calibri"/>
                <a:ea typeface="Calibri"/>
                <a:cs typeface="Calibri"/>
                <a:sym typeface="Calibri"/>
              </a:rPr>
              <a:t> que permita:</a:t>
            </a:r>
            <a:endParaRPr>
              <a:solidFill>
                <a:srgbClr val="264159"/>
              </a:solidFill>
              <a:latin typeface="Calibri"/>
              <a:ea typeface="Calibri"/>
              <a:cs typeface="Calibri"/>
              <a:sym typeface="Calibri"/>
            </a:endParaRPr>
          </a:p>
          <a:p>
            <a:pPr indent="-317500" lvl="0" marL="2743200" rtl="0" algn="l">
              <a:lnSpc>
                <a:spcPct val="115000"/>
              </a:lnSpc>
              <a:spcBef>
                <a:spcPts val="0"/>
              </a:spcBef>
              <a:spcAft>
                <a:spcPts val="0"/>
              </a:spcAft>
              <a:buClr>
                <a:srgbClr val="264159"/>
              </a:buClr>
              <a:buSzPts val="1400"/>
              <a:buFont typeface="Calibri"/>
              <a:buAutoNum type="arabicPeriod"/>
            </a:pPr>
            <a:r>
              <a:rPr lang="es-CL">
                <a:solidFill>
                  <a:srgbClr val="264159"/>
                </a:solidFill>
                <a:latin typeface="Calibri"/>
                <a:ea typeface="Calibri"/>
                <a:cs typeface="Calibri"/>
                <a:sym typeface="Calibri"/>
              </a:rPr>
              <a:t>Digitalizar la gestión de pedidos (catálogo, compra, pagos, seguimiento).</a:t>
            </a:r>
            <a:endParaRPr>
              <a:solidFill>
                <a:srgbClr val="264159"/>
              </a:solidFill>
              <a:latin typeface="Calibri"/>
              <a:ea typeface="Calibri"/>
              <a:cs typeface="Calibri"/>
              <a:sym typeface="Calibri"/>
            </a:endParaRPr>
          </a:p>
          <a:p>
            <a:pPr indent="-317500" lvl="0" marL="2743200" rtl="0" algn="l">
              <a:lnSpc>
                <a:spcPct val="115000"/>
              </a:lnSpc>
              <a:spcBef>
                <a:spcPts val="0"/>
              </a:spcBef>
              <a:spcAft>
                <a:spcPts val="0"/>
              </a:spcAft>
              <a:buClr>
                <a:srgbClr val="264159"/>
              </a:buClr>
              <a:buSzPts val="1400"/>
              <a:buFont typeface="Calibri"/>
              <a:buAutoNum type="arabicPeriod"/>
            </a:pPr>
            <a:r>
              <a:rPr lang="es-CL">
                <a:solidFill>
                  <a:srgbClr val="264159"/>
                </a:solidFill>
                <a:latin typeface="Calibri"/>
                <a:ea typeface="Calibri"/>
                <a:cs typeface="Calibri"/>
                <a:sym typeface="Calibri"/>
              </a:rPr>
              <a:t>Centralizar la administración de clientes, productos y reportes.</a:t>
            </a:r>
            <a:endParaRPr>
              <a:solidFill>
                <a:srgbClr val="264159"/>
              </a:solidFill>
              <a:latin typeface="Calibri"/>
              <a:ea typeface="Calibri"/>
              <a:cs typeface="Calibri"/>
              <a:sym typeface="Calibri"/>
            </a:endParaRPr>
          </a:p>
          <a:p>
            <a:pPr indent="-317500" lvl="0" marL="2743200" rtl="0" algn="l">
              <a:lnSpc>
                <a:spcPct val="115000"/>
              </a:lnSpc>
              <a:spcBef>
                <a:spcPts val="0"/>
              </a:spcBef>
              <a:spcAft>
                <a:spcPts val="0"/>
              </a:spcAft>
              <a:buClr>
                <a:srgbClr val="264159"/>
              </a:buClr>
              <a:buSzPts val="1400"/>
              <a:buFont typeface="Calibri"/>
              <a:buAutoNum type="arabicPeriod"/>
            </a:pPr>
            <a:r>
              <a:rPr lang="es-CL">
                <a:solidFill>
                  <a:srgbClr val="264159"/>
                </a:solidFill>
                <a:latin typeface="Calibri"/>
                <a:ea typeface="Calibri"/>
                <a:cs typeface="Calibri"/>
                <a:sym typeface="Calibri"/>
              </a:rPr>
              <a:t>Optimizar procesos internos reduciendo errores y tiempos.</a:t>
            </a:r>
            <a:br>
              <a:rPr lang="es-CL">
                <a:solidFill>
                  <a:srgbClr val="264159"/>
                </a:solidFill>
                <a:latin typeface="Calibri"/>
                <a:ea typeface="Calibri"/>
                <a:cs typeface="Calibri"/>
                <a:sym typeface="Calibri"/>
              </a:rPr>
            </a:br>
            <a:r>
              <a:rPr lang="es-CL">
                <a:solidFill>
                  <a:srgbClr val="264159"/>
                </a:solidFill>
                <a:latin typeface="Calibri"/>
                <a:ea typeface="Calibri"/>
                <a:cs typeface="Calibri"/>
                <a:sym typeface="Calibri"/>
              </a:rPr>
              <a:t>Mejorar la experiencia del cliente con una interfaz clara, notificaciones y personalización.</a:t>
            </a:r>
            <a:endParaRPr>
              <a:solidFill>
                <a:srgbClr val="264159"/>
              </a:solidFill>
              <a:latin typeface="Calibri"/>
              <a:ea typeface="Calibri"/>
              <a:cs typeface="Calibri"/>
              <a:sym typeface="Calibri"/>
            </a:endParaRPr>
          </a:p>
          <a:p>
            <a:pPr indent="-317500" lvl="0" marL="2743200" rtl="0" algn="l">
              <a:lnSpc>
                <a:spcPct val="115000"/>
              </a:lnSpc>
              <a:spcBef>
                <a:spcPts val="0"/>
              </a:spcBef>
              <a:spcAft>
                <a:spcPts val="0"/>
              </a:spcAft>
              <a:buClr>
                <a:srgbClr val="264159"/>
              </a:buClr>
              <a:buSzPts val="1400"/>
              <a:buFont typeface="Calibri"/>
              <a:buAutoNum type="arabicPeriod"/>
            </a:pPr>
            <a:r>
              <a:rPr lang="es-CL">
                <a:solidFill>
                  <a:srgbClr val="264159"/>
                </a:solidFill>
                <a:latin typeface="Calibri"/>
                <a:ea typeface="Calibri"/>
                <a:cs typeface="Calibri"/>
                <a:sym typeface="Calibri"/>
              </a:rPr>
              <a:t>Garantizar seguridad, escalabilidad y disponibilidad del sistema.</a:t>
            </a:r>
            <a:endParaRPr>
              <a:solidFill>
                <a:srgbClr val="264159"/>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p4"/>
          <p:cNvSpPr txBox="1"/>
          <p:nvPr/>
        </p:nvSpPr>
        <p:spPr>
          <a:xfrm>
            <a:off x="152450" y="1032923"/>
            <a:ext cx="119379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CL" sz="3600" u="none" cap="none" strike="noStrike">
                <a:solidFill>
                  <a:schemeClr val="lt1"/>
                </a:solidFill>
                <a:latin typeface="Calibri"/>
                <a:ea typeface="Calibri"/>
                <a:cs typeface="Calibri"/>
                <a:sym typeface="Calibri"/>
              </a:rPr>
              <a:t>Objetivo General</a:t>
            </a:r>
            <a:endParaRPr b="0" i="0" sz="1800" u="none" cap="none" strike="noStrike">
              <a:solidFill>
                <a:schemeClr val="lt1"/>
              </a:solidFill>
              <a:latin typeface="Calibri"/>
              <a:ea typeface="Calibri"/>
              <a:cs typeface="Calibri"/>
              <a:sym typeface="Calibri"/>
            </a:endParaRPr>
          </a:p>
        </p:txBody>
      </p:sp>
      <p:sp>
        <p:nvSpPr>
          <p:cNvPr id="93" name="Google Shape;93;p4"/>
          <p:cNvSpPr txBox="1"/>
          <p:nvPr/>
        </p:nvSpPr>
        <p:spPr>
          <a:xfrm>
            <a:off x="152400" y="4009875"/>
            <a:ext cx="119380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CL" sz="3600" u="none" cap="none" strike="noStrike">
                <a:solidFill>
                  <a:schemeClr val="dk1"/>
                </a:solidFill>
                <a:latin typeface="Calibri"/>
                <a:ea typeface="Calibri"/>
                <a:cs typeface="Calibri"/>
                <a:sym typeface="Calibri"/>
              </a:rPr>
              <a:t>Objetivos Específicos</a:t>
            </a:r>
            <a:endParaRPr b="0" i="0" sz="18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500"/>
                                        <p:tgtEl>
                                          <p:spTgt spid="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gtEl>
                                        <p:attrNameLst>
                                          <p:attrName>style.visibility</p:attrName>
                                        </p:attrNameLst>
                                      </p:cBhvr>
                                      <p:to>
                                        <p:strVal val="visible"/>
                                      </p:to>
                                    </p:set>
                                    <p:animEffect filter="fade" transition="in">
                                      <p:cBhvr>
                                        <p:cTn dur="500"/>
                                        <p:tgtEl>
                                          <p:spTgt spid="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5"/>
          <p:cNvSpPr txBox="1"/>
          <p:nvPr>
            <p:ph type="title"/>
          </p:nvPr>
        </p:nvSpPr>
        <p:spPr>
          <a:xfrm>
            <a:off x="914365" y="532247"/>
            <a:ext cx="10515600" cy="750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CL"/>
              <a:t>Alcances</a:t>
            </a:r>
            <a:endParaRPr/>
          </a:p>
        </p:txBody>
      </p:sp>
      <p:sp>
        <p:nvSpPr>
          <p:cNvPr id="99" name="Google Shape;99;p5"/>
          <p:cNvSpPr txBox="1"/>
          <p:nvPr/>
        </p:nvSpPr>
        <p:spPr>
          <a:xfrm>
            <a:off x="842499" y="1839326"/>
            <a:ext cx="10072800" cy="4802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CL" sz="1800" u="none" cap="none" strike="noStrike">
                <a:solidFill>
                  <a:schemeClr val="dk1"/>
                </a:solidFill>
                <a:latin typeface="Calibri"/>
                <a:ea typeface="Calibri"/>
                <a:cs typeface="Calibri"/>
                <a:sym typeface="Calibri"/>
              </a:rPr>
              <a:t>Que hace el Sistema:</a:t>
            </a:r>
            <a:endParaRPr b="1"/>
          </a:p>
          <a:p>
            <a:pPr indent="0" lvl="0" marL="0" marR="0" rtl="0" algn="l">
              <a:spcBef>
                <a:spcPts val="0"/>
              </a:spcBef>
              <a:spcAft>
                <a:spcPts val="0"/>
              </a:spcAft>
              <a:buNone/>
            </a:pPr>
            <a:r>
              <a:rPr lang="es-CL" sz="1800">
                <a:solidFill>
                  <a:srgbClr val="264159"/>
                </a:solidFill>
                <a:latin typeface="Calibri"/>
                <a:ea typeface="Calibri"/>
                <a:cs typeface="Calibri"/>
                <a:sym typeface="Calibri"/>
              </a:rPr>
              <a:t>El sistema contempla una plataforma web orientada tanto a clientes como a la administración, donde los usuarios podrán visualizar un catálogo digital, personalizar pedidos, registrarse e iniciar sesión, realizar pagos en línea y dar seguimiento en tiempo real a sus solicitudes; mientras que el área administrativa gestionará pedidos, producción y reportes básicos. En complemento, se desarrollará una aplicación móvil enfocada en los clientes, optimizada para facilitar la creación y personalización de pedidos, autenticación y gestión de perfil, seguimiento en tiempo real y recepción de notificaciones push sobre el estado de sus órdenes.</a:t>
            </a:r>
            <a:endParaRPr sz="1800">
              <a:solidFill>
                <a:srgbClr val="264159"/>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s-CL" sz="1800">
                <a:solidFill>
                  <a:schemeClr val="dk1"/>
                </a:solidFill>
                <a:latin typeface="Calibri"/>
                <a:ea typeface="Calibri"/>
                <a:cs typeface="Calibri"/>
                <a:sym typeface="Calibri"/>
              </a:rPr>
              <a:t>Qué no hace:</a:t>
            </a:r>
            <a:endParaRPr b="1"/>
          </a:p>
          <a:p>
            <a:pPr indent="0" lvl="0" marL="0" marR="0" rtl="0" algn="l">
              <a:spcBef>
                <a:spcPts val="0"/>
              </a:spcBef>
              <a:spcAft>
                <a:spcPts val="0"/>
              </a:spcAft>
              <a:buNone/>
            </a:pPr>
            <a:r>
              <a:rPr lang="es-CL" sz="1800">
                <a:solidFill>
                  <a:schemeClr val="dk1"/>
                </a:solidFill>
                <a:latin typeface="Calibri"/>
                <a:ea typeface="Calibri"/>
                <a:cs typeface="Calibri"/>
                <a:sym typeface="Calibri"/>
              </a:rPr>
              <a:t>Permitir una comunicación directa entre cliente y administrador, no permite modificar el diseño del bizcocho, no acepta otro tipo de pago que no sea </a:t>
            </a:r>
            <a:r>
              <a:rPr lang="es-CL" sz="1800">
                <a:solidFill>
                  <a:schemeClr val="dk1"/>
                </a:solidFill>
                <a:latin typeface="Calibri"/>
                <a:ea typeface="Calibri"/>
                <a:cs typeface="Calibri"/>
                <a:sym typeface="Calibri"/>
              </a:rPr>
              <a:t>débito</a:t>
            </a:r>
            <a:r>
              <a:rPr lang="es-CL" sz="1800">
                <a:solidFill>
                  <a:schemeClr val="dk1"/>
                </a:solidFill>
                <a:latin typeface="Calibri"/>
                <a:ea typeface="Calibri"/>
                <a:cs typeface="Calibri"/>
                <a:sym typeface="Calibri"/>
              </a:rPr>
              <a:t> o </a:t>
            </a:r>
            <a:r>
              <a:rPr lang="es-CL" sz="1800">
                <a:solidFill>
                  <a:schemeClr val="dk1"/>
                </a:solidFill>
                <a:latin typeface="Calibri"/>
                <a:ea typeface="Calibri"/>
                <a:cs typeface="Calibri"/>
                <a:sym typeface="Calibri"/>
              </a:rPr>
              <a:t>crédito</a:t>
            </a:r>
            <a:r>
              <a:rPr lang="es-CL" sz="1800">
                <a:solidFill>
                  <a:schemeClr val="dk1"/>
                </a:solidFill>
                <a:latin typeface="Calibri"/>
                <a:ea typeface="Calibri"/>
                <a:cs typeface="Calibri"/>
                <a:sym typeface="Calibri"/>
              </a:rPr>
              <a:t> como paypal.</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6"/>
          <p:cNvSpPr txBox="1"/>
          <p:nvPr>
            <p:ph type="title"/>
          </p:nvPr>
        </p:nvSpPr>
        <p:spPr>
          <a:xfrm>
            <a:off x="841416" y="1054442"/>
            <a:ext cx="10515600" cy="75258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CL"/>
              <a:t>Usuarios</a:t>
            </a:r>
            <a:endParaRPr/>
          </a:p>
        </p:txBody>
      </p:sp>
      <p:sp>
        <p:nvSpPr>
          <p:cNvPr id="105" name="Google Shape;105;p6"/>
          <p:cNvSpPr/>
          <p:nvPr/>
        </p:nvSpPr>
        <p:spPr>
          <a:xfrm>
            <a:off x="1172350" y="1870575"/>
            <a:ext cx="10365600" cy="2779800"/>
          </a:xfrm>
          <a:prstGeom prst="roundRect">
            <a:avLst>
              <a:gd fmla="val 16667" name="adj"/>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s-CL" sz="1800">
                <a:solidFill>
                  <a:srgbClr val="264159"/>
                </a:solidFill>
                <a:latin typeface="Calibri"/>
                <a:ea typeface="Calibri"/>
                <a:cs typeface="Calibri"/>
                <a:sym typeface="Calibri"/>
              </a:rPr>
              <a:t>Los usuarios del sistema podrán pertenecer a cualquier nivel educacional, siempre que cuenten con conocimientos básicos en el uso de aplicaciones y páginas web, lo que asegura un acceso amplio e inclusivo. Se han definido dos tipos principales de usuarios: Cliente y Administrador. El Cliente es el usuario externo que interactúa con la plataforma para explorar el catálogo digital, configurar pedidos personalizados, gestionar su perfil, realizar compras y dar seguimiento en tiempo real al estado de sus solicitudes. El Administrador, por su parte, es el usuario interno de la empresa encargado de gestionar de forma centralizada los pedidos recibidos, actualizar estados, coordinar la producción y las entregas, mantener el catálogo actualizado y generar reportes de apoyo a la toma de decisiones.</a:t>
            </a:r>
            <a:endParaRPr sz="2500">
              <a:solidFill>
                <a:srgbClr val="264159"/>
              </a:solidFill>
              <a:latin typeface="Calibri"/>
              <a:ea typeface="Calibri"/>
              <a:cs typeface="Calibri"/>
              <a:sym typeface="Calibri"/>
            </a:endParaRPr>
          </a:p>
        </p:txBody>
      </p:sp>
      <p:pic>
        <p:nvPicPr>
          <p:cNvPr id="106" name="Google Shape;106;p6"/>
          <p:cNvPicPr preferRelativeResize="0"/>
          <p:nvPr/>
        </p:nvPicPr>
        <p:blipFill>
          <a:blip r:embed="rId3">
            <a:alphaModFix/>
          </a:blip>
          <a:stretch>
            <a:fillRect/>
          </a:stretch>
        </p:blipFill>
        <p:spPr>
          <a:xfrm>
            <a:off x="5147813" y="4746450"/>
            <a:ext cx="1902825" cy="1902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7"/>
          <p:cNvSpPr txBox="1"/>
          <p:nvPr>
            <p:ph type="title"/>
          </p:nvPr>
        </p:nvSpPr>
        <p:spPr>
          <a:xfrm>
            <a:off x="512891" y="202317"/>
            <a:ext cx="10515600" cy="752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CL"/>
              <a:t>Lista de Requerimientos Web</a:t>
            </a:r>
            <a:endParaRPr/>
          </a:p>
        </p:txBody>
      </p:sp>
      <p:pic>
        <p:nvPicPr>
          <p:cNvPr id="112" name="Google Shape;112;p7"/>
          <p:cNvPicPr preferRelativeResize="0"/>
          <p:nvPr/>
        </p:nvPicPr>
        <p:blipFill>
          <a:blip r:embed="rId3">
            <a:alphaModFix/>
          </a:blip>
          <a:stretch>
            <a:fillRect/>
          </a:stretch>
        </p:blipFill>
        <p:spPr>
          <a:xfrm>
            <a:off x="51350" y="2515275"/>
            <a:ext cx="5736550" cy="3132789"/>
          </a:xfrm>
          <a:prstGeom prst="rect">
            <a:avLst/>
          </a:prstGeom>
          <a:noFill/>
          <a:ln>
            <a:noFill/>
          </a:ln>
        </p:spPr>
      </p:pic>
      <p:pic>
        <p:nvPicPr>
          <p:cNvPr id="113" name="Google Shape;113;p7"/>
          <p:cNvPicPr preferRelativeResize="0"/>
          <p:nvPr/>
        </p:nvPicPr>
        <p:blipFill>
          <a:blip r:embed="rId4">
            <a:alphaModFix/>
          </a:blip>
          <a:stretch>
            <a:fillRect/>
          </a:stretch>
        </p:blipFill>
        <p:spPr>
          <a:xfrm>
            <a:off x="6054825" y="2584663"/>
            <a:ext cx="6005325" cy="2994025"/>
          </a:xfrm>
          <a:prstGeom prst="rect">
            <a:avLst/>
          </a:prstGeom>
          <a:noFill/>
          <a:ln>
            <a:noFill/>
          </a:ln>
        </p:spPr>
      </p:pic>
      <p:sp>
        <p:nvSpPr>
          <p:cNvPr id="114" name="Google Shape;114;p7"/>
          <p:cNvSpPr txBox="1"/>
          <p:nvPr>
            <p:ph type="title"/>
          </p:nvPr>
        </p:nvSpPr>
        <p:spPr>
          <a:xfrm>
            <a:off x="603691" y="898842"/>
            <a:ext cx="10515600" cy="752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s-CL">
                <a:solidFill>
                  <a:srgbClr val="EFEFEF"/>
                </a:solidFill>
              </a:rPr>
              <a:t>Funcionales</a:t>
            </a:r>
            <a:endParaRPr b="1">
              <a:solidFill>
                <a:srgbClr val="EFEFE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88810cb851_1_8"/>
          <p:cNvSpPr txBox="1"/>
          <p:nvPr>
            <p:ph type="title"/>
          </p:nvPr>
        </p:nvSpPr>
        <p:spPr>
          <a:xfrm>
            <a:off x="512891" y="202317"/>
            <a:ext cx="10515600" cy="752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CL"/>
              <a:t>Lista de Requerimientos Web</a:t>
            </a:r>
            <a:endParaRPr/>
          </a:p>
        </p:txBody>
      </p:sp>
      <p:sp>
        <p:nvSpPr>
          <p:cNvPr id="120" name="Google Shape;120;g388810cb851_1_8"/>
          <p:cNvSpPr txBox="1"/>
          <p:nvPr>
            <p:ph type="title"/>
          </p:nvPr>
        </p:nvSpPr>
        <p:spPr>
          <a:xfrm>
            <a:off x="603691" y="898842"/>
            <a:ext cx="10515600" cy="752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s-CL">
                <a:solidFill>
                  <a:srgbClr val="EFEFEF"/>
                </a:solidFill>
              </a:rPr>
              <a:t>No </a:t>
            </a:r>
            <a:r>
              <a:rPr b="1" lang="es-CL">
                <a:solidFill>
                  <a:srgbClr val="EFEFEF"/>
                </a:solidFill>
              </a:rPr>
              <a:t>Funcionales</a:t>
            </a:r>
            <a:endParaRPr b="1">
              <a:solidFill>
                <a:srgbClr val="EFEFEF"/>
              </a:solidFill>
            </a:endParaRPr>
          </a:p>
        </p:txBody>
      </p:sp>
      <p:pic>
        <p:nvPicPr>
          <p:cNvPr id="121" name="Google Shape;121;g388810cb851_1_8"/>
          <p:cNvPicPr preferRelativeResize="0"/>
          <p:nvPr/>
        </p:nvPicPr>
        <p:blipFill>
          <a:blip r:embed="rId3">
            <a:alphaModFix/>
          </a:blip>
          <a:stretch>
            <a:fillRect/>
          </a:stretch>
        </p:blipFill>
        <p:spPr>
          <a:xfrm>
            <a:off x="680538" y="2091430"/>
            <a:ext cx="11097875" cy="3832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88810cb851_2_2"/>
          <p:cNvSpPr txBox="1"/>
          <p:nvPr>
            <p:ph type="title"/>
          </p:nvPr>
        </p:nvSpPr>
        <p:spPr>
          <a:xfrm>
            <a:off x="764466" y="89392"/>
            <a:ext cx="10515600" cy="752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CL"/>
              <a:t>Lista de Requerimientos App</a:t>
            </a:r>
            <a:endParaRPr/>
          </a:p>
        </p:txBody>
      </p:sp>
      <p:sp>
        <p:nvSpPr>
          <p:cNvPr id="127" name="Google Shape;127;g388810cb851_2_2"/>
          <p:cNvSpPr txBox="1"/>
          <p:nvPr>
            <p:ph type="title"/>
          </p:nvPr>
        </p:nvSpPr>
        <p:spPr>
          <a:xfrm>
            <a:off x="764466" y="842092"/>
            <a:ext cx="10515600" cy="752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s-CL">
                <a:solidFill>
                  <a:srgbClr val="EFEFEF"/>
                </a:solidFill>
              </a:rPr>
              <a:t>Funcionales</a:t>
            </a:r>
            <a:endParaRPr b="1">
              <a:solidFill>
                <a:srgbClr val="EFEFEF"/>
              </a:solidFill>
            </a:endParaRPr>
          </a:p>
        </p:txBody>
      </p:sp>
      <p:pic>
        <p:nvPicPr>
          <p:cNvPr id="128" name="Google Shape;128;g388810cb851_2_2"/>
          <p:cNvPicPr preferRelativeResize="0"/>
          <p:nvPr/>
        </p:nvPicPr>
        <p:blipFill>
          <a:blip r:embed="rId3">
            <a:alphaModFix/>
          </a:blip>
          <a:stretch>
            <a:fillRect/>
          </a:stretch>
        </p:blipFill>
        <p:spPr>
          <a:xfrm>
            <a:off x="2062212" y="1841824"/>
            <a:ext cx="7920125" cy="4726125"/>
          </a:xfrm>
          <a:prstGeom prst="rect">
            <a:avLst/>
          </a:prstGeom>
          <a:solidFill>
            <a:schemeClr val="lt1"/>
          </a:solidFill>
          <a:ln cap="flat" cmpd="sng" w="12700">
            <a:solidFill>
              <a:schemeClr val="accent1"/>
            </a:solidFill>
            <a:prstDash val="solid"/>
            <a:miter lim="8000"/>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88810cb851_1_17"/>
          <p:cNvSpPr txBox="1"/>
          <p:nvPr>
            <p:ph type="title"/>
          </p:nvPr>
        </p:nvSpPr>
        <p:spPr>
          <a:xfrm>
            <a:off x="603691" y="898842"/>
            <a:ext cx="10515600" cy="752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s-CL">
                <a:solidFill>
                  <a:srgbClr val="EFEFEF"/>
                </a:solidFill>
              </a:rPr>
              <a:t>No </a:t>
            </a:r>
            <a:r>
              <a:rPr b="1" lang="es-CL">
                <a:solidFill>
                  <a:srgbClr val="EFEFEF"/>
                </a:solidFill>
              </a:rPr>
              <a:t>Funcionales</a:t>
            </a:r>
            <a:endParaRPr b="1">
              <a:solidFill>
                <a:srgbClr val="EFEFEF"/>
              </a:solidFill>
            </a:endParaRPr>
          </a:p>
        </p:txBody>
      </p:sp>
      <p:sp>
        <p:nvSpPr>
          <p:cNvPr id="134" name="Google Shape;134;g388810cb851_1_17"/>
          <p:cNvSpPr txBox="1"/>
          <p:nvPr>
            <p:ph type="title"/>
          </p:nvPr>
        </p:nvSpPr>
        <p:spPr>
          <a:xfrm>
            <a:off x="603691" y="146142"/>
            <a:ext cx="10515600" cy="752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CL"/>
              <a:t>Lista de Requerimientos App</a:t>
            </a:r>
            <a:endParaRPr/>
          </a:p>
        </p:txBody>
      </p:sp>
      <p:pic>
        <p:nvPicPr>
          <p:cNvPr id="135" name="Google Shape;135;g388810cb851_1_17"/>
          <p:cNvPicPr preferRelativeResize="0"/>
          <p:nvPr/>
        </p:nvPicPr>
        <p:blipFill>
          <a:blip r:embed="rId3">
            <a:alphaModFix/>
          </a:blip>
          <a:stretch>
            <a:fillRect/>
          </a:stretch>
        </p:blipFill>
        <p:spPr>
          <a:xfrm>
            <a:off x="140013" y="2153032"/>
            <a:ext cx="11911975" cy="3893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8"/>
          <p:cNvSpPr txBox="1"/>
          <p:nvPr>
            <p:ph type="title"/>
          </p:nvPr>
        </p:nvSpPr>
        <p:spPr>
          <a:xfrm>
            <a:off x="532252" y="598786"/>
            <a:ext cx="10515600" cy="5208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18918"/>
              <a:buFont typeface="Calibri"/>
              <a:buNone/>
            </a:pPr>
            <a:r>
              <a:rPr lang="es-CL"/>
              <a:t>Mockups del Sistema</a:t>
            </a:r>
            <a:endParaRPr/>
          </a:p>
        </p:txBody>
      </p:sp>
      <p:pic>
        <p:nvPicPr>
          <p:cNvPr id="141" name="Google Shape;141;p8"/>
          <p:cNvPicPr preferRelativeResize="0"/>
          <p:nvPr/>
        </p:nvPicPr>
        <p:blipFill>
          <a:blip r:embed="rId3">
            <a:alphaModFix/>
          </a:blip>
          <a:stretch>
            <a:fillRect/>
          </a:stretch>
        </p:blipFill>
        <p:spPr>
          <a:xfrm>
            <a:off x="532250" y="1747911"/>
            <a:ext cx="2955900" cy="5019215"/>
          </a:xfrm>
          <a:prstGeom prst="rect">
            <a:avLst/>
          </a:prstGeom>
          <a:noFill/>
          <a:ln>
            <a:noFill/>
          </a:ln>
        </p:spPr>
      </p:pic>
      <p:pic>
        <p:nvPicPr>
          <p:cNvPr id="142" name="Google Shape;142;p8"/>
          <p:cNvPicPr preferRelativeResize="0"/>
          <p:nvPr/>
        </p:nvPicPr>
        <p:blipFill>
          <a:blip r:embed="rId4">
            <a:alphaModFix/>
          </a:blip>
          <a:stretch>
            <a:fillRect/>
          </a:stretch>
        </p:blipFill>
        <p:spPr>
          <a:xfrm>
            <a:off x="8726250" y="1747438"/>
            <a:ext cx="2321600" cy="5020144"/>
          </a:xfrm>
          <a:prstGeom prst="rect">
            <a:avLst/>
          </a:prstGeom>
          <a:noFill/>
          <a:ln>
            <a:noFill/>
          </a:ln>
        </p:spPr>
      </p:pic>
      <p:pic>
        <p:nvPicPr>
          <p:cNvPr id="143" name="Google Shape;143;p8"/>
          <p:cNvPicPr preferRelativeResize="0"/>
          <p:nvPr/>
        </p:nvPicPr>
        <p:blipFill>
          <a:blip r:embed="rId5">
            <a:alphaModFix/>
          </a:blip>
          <a:stretch>
            <a:fillRect/>
          </a:stretch>
        </p:blipFill>
        <p:spPr>
          <a:xfrm>
            <a:off x="4629250" y="1747437"/>
            <a:ext cx="2955910" cy="50201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0"/>
          <p:cNvSpPr txBox="1"/>
          <p:nvPr>
            <p:ph type="title"/>
          </p:nvPr>
        </p:nvSpPr>
        <p:spPr>
          <a:xfrm>
            <a:off x="602102" y="585736"/>
            <a:ext cx="10515600" cy="644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CL"/>
              <a:t>Hitos Importantes </a:t>
            </a:r>
            <a:endParaRPr/>
          </a:p>
        </p:txBody>
      </p:sp>
      <p:graphicFrame>
        <p:nvGraphicFramePr>
          <p:cNvPr id="149" name="Google Shape;149;p10"/>
          <p:cNvGraphicFramePr/>
          <p:nvPr/>
        </p:nvGraphicFramePr>
        <p:xfrm>
          <a:off x="1622525" y="2703125"/>
          <a:ext cx="3000000" cy="3000000"/>
        </p:xfrm>
        <a:graphic>
          <a:graphicData uri="http://schemas.openxmlformats.org/drawingml/2006/table">
            <a:tbl>
              <a:tblPr>
                <a:noFill/>
                <a:tableStyleId>{124BABA6-F3DA-4ABB-9CAA-2D940747B457}</a:tableStyleId>
              </a:tblPr>
              <a:tblGrid>
                <a:gridCol w="4473475"/>
                <a:gridCol w="4473475"/>
              </a:tblGrid>
              <a:tr h="381000">
                <a:tc>
                  <a:txBody>
                    <a:bodyPr/>
                    <a:lstStyle/>
                    <a:p>
                      <a:pPr indent="0" lvl="0" marL="0" rtl="0" algn="ctr">
                        <a:spcBef>
                          <a:spcPts val="0"/>
                        </a:spcBef>
                        <a:spcAft>
                          <a:spcPts val="0"/>
                        </a:spcAft>
                        <a:buNone/>
                      </a:pPr>
                      <a:r>
                        <a:rPr b="1" lang="es-CL" sz="1900">
                          <a:solidFill>
                            <a:schemeClr val="lt1"/>
                          </a:solidFill>
                          <a:latin typeface="Merriweather"/>
                          <a:ea typeface="Merriweather"/>
                          <a:cs typeface="Merriweather"/>
                          <a:sym typeface="Merriweather"/>
                        </a:rPr>
                        <a:t>Fase</a:t>
                      </a:r>
                      <a:endParaRPr b="1" sz="1900">
                        <a:solidFill>
                          <a:schemeClr val="lt1"/>
                        </a:solidFill>
                        <a:latin typeface="Merriweather"/>
                        <a:ea typeface="Merriweather"/>
                        <a:cs typeface="Merriweather"/>
                        <a:sym typeface="Merriweather"/>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1C4587"/>
                    </a:solidFill>
                  </a:tcPr>
                </a:tc>
                <a:tc>
                  <a:txBody>
                    <a:bodyPr/>
                    <a:lstStyle/>
                    <a:p>
                      <a:pPr indent="0" lvl="0" marL="0" rtl="0" algn="ctr">
                        <a:spcBef>
                          <a:spcPts val="0"/>
                        </a:spcBef>
                        <a:spcAft>
                          <a:spcPts val="0"/>
                        </a:spcAft>
                        <a:buNone/>
                      </a:pPr>
                      <a:r>
                        <a:rPr b="1" lang="es-CL" sz="1900">
                          <a:solidFill>
                            <a:schemeClr val="lt1"/>
                          </a:solidFill>
                          <a:latin typeface="Merriweather"/>
                          <a:ea typeface="Merriweather"/>
                          <a:cs typeface="Merriweather"/>
                          <a:sym typeface="Merriweather"/>
                        </a:rPr>
                        <a:t>Fecha Tope</a:t>
                      </a:r>
                      <a:endParaRPr b="1" sz="1900">
                        <a:solidFill>
                          <a:schemeClr val="lt1"/>
                        </a:solidFill>
                        <a:latin typeface="Merriweather"/>
                        <a:ea typeface="Merriweather"/>
                        <a:cs typeface="Merriweather"/>
                        <a:sym typeface="Merriweather"/>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1C4587"/>
                    </a:solidFill>
                  </a:tcPr>
                </a:tc>
              </a:tr>
              <a:tr h="381000">
                <a:tc>
                  <a:txBody>
                    <a:bodyPr/>
                    <a:lstStyle/>
                    <a:p>
                      <a:pPr indent="0" lvl="0" marL="0" rtl="0" algn="ctr">
                        <a:spcBef>
                          <a:spcPts val="0"/>
                        </a:spcBef>
                        <a:spcAft>
                          <a:spcPts val="0"/>
                        </a:spcAft>
                        <a:buNone/>
                      </a:pPr>
                      <a:r>
                        <a:rPr lang="es-CL" sz="1200">
                          <a:latin typeface="Calibri"/>
                          <a:ea typeface="Calibri"/>
                          <a:cs typeface="Calibri"/>
                          <a:sym typeface="Calibri"/>
                        </a:rPr>
                        <a:t>Desarrollo de la documentación del proyecto (Fase 1)</a:t>
                      </a:r>
                      <a:endParaRPr sz="1200">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A4C2F4"/>
                    </a:solidFill>
                  </a:tcPr>
                </a:tc>
                <a:tc>
                  <a:txBody>
                    <a:bodyPr/>
                    <a:lstStyle/>
                    <a:p>
                      <a:pPr indent="0" lvl="0" marL="0" rtl="0" algn="ctr">
                        <a:spcBef>
                          <a:spcPts val="0"/>
                        </a:spcBef>
                        <a:spcAft>
                          <a:spcPts val="0"/>
                        </a:spcAft>
                        <a:buNone/>
                      </a:pPr>
                      <a:r>
                        <a:rPr lang="es-CL" sz="1200">
                          <a:latin typeface="Calibri"/>
                          <a:ea typeface="Calibri"/>
                          <a:cs typeface="Calibri"/>
                          <a:sym typeface="Calibri"/>
                        </a:rPr>
                        <a:t>07/09</a:t>
                      </a:r>
                      <a:endParaRPr sz="1200">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A4C2F4"/>
                    </a:solidFill>
                  </a:tcPr>
                </a:tc>
              </a:tr>
              <a:tr h="381000">
                <a:tc>
                  <a:txBody>
                    <a:bodyPr/>
                    <a:lstStyle/>
                    <a:p>
                      <a:pPr indent="0" lvl="0" marL="0" rtl="0" algn="ctr">
                        <a:spcBef>
                          <a:spcPts val="0"/>
                        </a:spcBef>
                        <a:spcAft>
                          <a:spcPts val="0"/>
                        </a:spcAft>
                        <a:buNone/>
                      </a:pPr>
                      <a:r>
                        <a:rPr lang="es-CL" sz="1200">
                          <a:latin typeface="Calibri"/>
                          <a:ea typeface="Calibri"/>
                          <a:cs typeface="Calibri"/>
                          <a:sym typeface="Calibri"/>
                        </a:rPr>
                        <a:t>Desarrollo de la documentación del proyecto (Fase 2)</a:t>
                      </a:r>
                      <a:endParaRPr sz="1200">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A4C2F4"/>
                    </a:solidFill>
                  </a:tcPr>
                </a:tc>
                <a:tc>
                  <a:txBody>
                    <a:bodyPr/>
                    <a:lstStyle/>
                    <a:p>
                      <a:pPr indent="0" lvl="0" marL="0" rtl="0" algn="ctr">
                        <a:spcBef>
                          <a:spcPts val="0"/>
                        </a:spcBef>
                        <a:spcAft>
                          <a:spcPts val="0"/>
                        </a:spcAft>
                        <a:buNone/>
                      </a:pPr>
                      <a:r>
                        <a:rPr lang="es-CL" sz="1200">
                          <a:latin typeface="Calibri"/>
                          <a:ea typeface="Calibri"/>
                          <a:cs typeface="Calibri"/>
                          <a:sym typeface="Calibri"/>
                        </a:rPr>
                        <a:t>18/09</a:t>
                      </a:r>
                      <a:endParaRPr sz="1200">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A4C2F4"/>
                    </a:solidFill>
                  </a:tcPr>
                </a:tc>
              </a:tr>
              <a:tr h="381000">
                <a:tc>
                  <a:txBody>
                    <a:bodyPr/>
                    <a:lstStyle/>
                    <a:p>
                      <a:pPr indent="0" lvl="0" marL="0" rtl="0" algn="ctr">
                        <a:spcBef>
                          <a:spcPts val="0"/>
                        </a:spcBef>
                        <a:spcAft>
                          <a:spcPts val="0"/>
                        </a:spcAft>
                        <a:buNone/>
                      </a:pPr>
                      <a:r>
                        <a:rPr lang="es-CL" sz="1200">
                          <a:latin typeface="Calibri"/>
                          <a:ea typeface="Calibri"/>
                          <a:cs typeface="Calibri"/>
                          <a:sym typeface="Calibri"/>
                        </a:rPr>
                        <a:t>Desarrollo de Web y App(Fase 2)</a:t>
                      </a:r>
                      <a:endParaRPr sz="1200">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A4C2F4"/>
                    </a:solidFill>
                  </a:tcPr>
                </a:tc>
                <a:tc>
                  <a:txBody>
                    <a:bodyPr/>
                    <a:lstStyle/>
                    <a:p>
                      <a:pPr indent="0" lvl="0" marL="0" rtl="0" algn="ctr">
                        <a:spcBef>
                          <a:spcPts val="0"/>
                        </a:spcBef>
                        <a:spcAft>
                          <a:spcPts val="0"/>
                        </a:spcAft>
                        <a:buNone/>
                      </a:pPr>
                      <a:r>
                        <a:rPr lang="es-CL" sz="1200">
                          <a:latin typeface="Calibri"/>
                          <a:ea typeface="Calibri"/>
                          <a:cs typeface="Calibri"/>
                          <a:sym typeface="Calibri"/>
                        </a:rPr>
                        <a:t>20/11</a:t>
                      </a:r>
                      <a:endParaRPr sz="1200">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A4C2F4"/>
                    </a:solidFill>
                  </a:tcPr>
                </a:tc>
              </a:tr>
              <a:tr h="381000">
                <a:tc>
                  <a:txBody>
                    <a:bodyPr/>
                    <a:lstStyle/>
                    <a:p>
                      <a:pPr indent="0" lvl="0" marL="0" rtl="0" algn="ctr">
                        <a:spcBef>
                          <a:spcPts val="0"/>
                        </a:spcBef>
                        <a:spcAft>
                          <a:spcPts val="0"/>
                        </a:spcAft>
                        <a:buNone/>
                      </a:pPr>
                      <a:r>
                        <a:rPr lang="es-CL" sz="1200">
                          <a:latin typeface="Calibri"/>
                          <a:ea typeface="Calibri"/>
                          <a:cs typeface="Calibri"/>
                          <a:sym typeface="Calibri"/>
                        </a:rPr>
                        <a:t>Desarrollo de pruebas generales (Fase 3)</a:t>
                      </a:r>
                      <a:endParaRPr sz="1200">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A4C2F4"/>
                    </a:solidFill>
                  </a:tcPr>
                </a:tc>
                <a:tc>
                  <a:txBody>
                    <a:bodyPr/>
                    <a:lstStyle/>
                    <a:p>
                      <a:pPr indent="0" lvl="0" marL="0" rtl="0" algn="ctr">
                        <a:spcBef>
                          <a:spcPts val="0"/>
                        </a:spcBef>
                        <a:spcAft>
                          <a:spcPts val="0"/>
                        </a:spcAft>
                        <a:buNone/>
                      </a:pPr>
                      <a:r>
                        <a:rPr lang="es-CL" sz="1200">
                          <a:latin typeface="Calibri"/>
                          <a:ea typeface="Calibri"/>
                          <a:cs typeface="Calibri"/>
                          <a:sym typeface="Calibri"/>
                        </a:rPr>
                        <a:t>04/12</a:t>
                      </a:r>
                      <a:endParaRPr sz="1200">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A4C2F4"/>
                    </a:solidFill>
                  </a:tcPr>
                </a:tc>
              </a:tr>
              <a:tr h="381000">
                <a:tc>
                  <a:txBody>
                    <a:bodyPr/>
                    <a:lstStyle/>
                    <a:p>
                      <a:pPr indent="0" lvl="0" marL="0" rtl="0" algn="ctr">
                        <a:spcBef>
                          <a:spcPts val="0"/>
                        </a:spcBef>
                        <a:spcAft>
                          <a:spcPts val="0"/>
                        </a:spcAft>
                        <a:buNone/>
                      </a:pPr>
                      <a:r>
                        <a:rPr lang="es-CL" sz="1200">
                          <a:latin typeface="Calibri"/>
                          <a:ea typeface="Calibri"/>
                          <a:cs typeface="Calibri"/>
                          <a:sym typeface="Calibri"/>
                        </a:rPr>
                        <a:t>Fase de implementación y cierre</a:t>
                      </a:r>
                      <a:endParaRPr sz="1200">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A4C2F4"/>
                    </a:solidFill>
                  </a:tcPr>
                </a:tc>
                <a:tc>
                  <a:txBody>
                    <a:bodyPr/>
                    <a:lstStyle/>
                    <a:p>
                      <a:pPr indent="0" lvl="0" marL="0" rtl="0" algn="ctr">
                        <a:spcBef>
                          <a:spcPts val="0"/>
                        </a:spcBef>
                        <a:spcAft>
                          <a:spcPts val="0"/>
                        </a:spcAft>
                        <a:buNone/>
                      </a:pPr>
                      <a:r>
                        <a:rPr lang="es-CL" sz="1200">
                          <a:latin typeface="Calibri"/>
                          <a:ea typeface="Calibri"/>
                          <a:cs typeface="Calibri"/>
                          <a:sym typeface="Calibri"/>
                        </a:rPr>
                        <a:t>04/12</a:t>
                      </a:r>
                      <a:endParaRPr sz="1200">
                        <a:latin typeface="Calibri"/>
                        <a:ea typeface="Calibri"/>
                        <a:cs typeface="Calibri"/>
                        <a:sym typeface="Calibri"/>
                      </a:endParaRPr>
                    </a:p>
                  </a:txBody>
                  <a:tcPr marT="0" marB="0" marR="73025" marL="7302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A4C2F4"/>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1"/>
          <p:cNvSpPr txBox="1"/>
          <p:nvPr>
            <p:ph type="title"/>
          </p:nvPr>
        </p:nvSpPr>
        <p:spPr>
          <a:xfrm>
            <a:off x="732667" y="614522"/>
            <a:ext cx="10515600" cy="5862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18918"/>
              <a:buFont typeface="Calibri"/>
              <a:buNone/>
            </a:pPr>
            <a:r>
              <a:rPr lang="es-CL"/>
              <a:t>Costos por Fase </a:t>
            </a:r>
            <a:endParaRPr/>
          </a:p>
        </p:txBody>
      </p:sp>
      <p:sp>
        <p:nvSpPr>
          <p:cNvPr id="155" name="Google Shape;155;p11"/>
          <p:cNvSpPr/>
          <p:nvPr/>
        </p:nvSpPr>
        <p:spPr>
          <a:xfrm>
            <a:off x="570149" y="1711401"/>
            <a:ext cx="11051700" cy="4880700"/>
          </a:xfrm>
          <a:prstGeom prst="roundRect">
            <a:avLst>
              <a:gd fmla="val 16667" name="adj"/>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id="156" name="Google Shape;156;p11"/>
          <p:cNvPicPr preferRelativeResize="0"/>
          <p:nvPr/>
        </p:nvPicPr>
        <p:blipFill>
          <a:blip r:embed="rId3">
            <a:alphaModFix/>
          </a:blip>
          <a:stretch>
            <a:fillRect/>
          </a:stretch>
        </p:blipFill>
        <p:spPr>
          <a:xfrm>
            <a:off x="915050" y="2101075"/>
            <a:ext cx="1790700" cy="1276350"/>
          </a:xfrm>
          <a:prstGeom prst="rect">
            <a:avLst/>
          </a:prstGeom>
          <a:solidFill>
            <a:schemeClr val="lt1"/>
          </a:solidFill>
          <a:ln cap="flat" cmpd="sng" w="12700">
            <a:solidFill>
              <a:schemeClr val="accent1"/>
            </a:solidFill>
            <a:prstDash val="solid"/>
            <a:miter lim="8000"/>
            <a:headEnd len="sm" w="sm" type="none"/>
            <a:tailEnd len="sm" w="sm" type="none"/>
          </a:ln>
        </p:spPr>
      </p:pic>
      <p:pic>
        <p:nvPicPr>
          <p:cNvPr id="157" name="Google Shape;157;p11"/>
          <p:cNvPicPr preferRelativeResize="0"/>
          <p:nvPr/>
        </p:nvPicPr>
        <p:blipFill>
          <a:blip r:embed="rId4">
            <a:alphaModFix/>
          </a:blip>
          <a:stretch>
            <a:fillRect/>
          </a:stretch>
        </p:blipFill>
        <p:spPr>
          <a:xfrm>
            <a:off x="915050" y="3513575"/>
            <a:ext cx="1752600" cy="1276350"/>
          </a:xfrm>
          <a:prstGeom prst="rect">
            <a:avLst/>
          </a:prstGeom>
          <a:solidFill>
            <a:schemeClr val="lt1"/>
          </a:solidFill>
          <a:ln cap="flat" cmpd="sng" w="12700">
            <a:solidFill>
              <a:schemeClr val="accent1"/>
            </a:solidFill>
            <a:prstDash val="solid"/>
            <a:miter lim="8000"/>
            <a:headEnd len="sm" w="sm" type="none"/>
            <a:tailEnd len="sm" w="sm" type="none"/>
          </a:ln>
        </p:spPr>
      </p:pic>
      <p:pic>
        <p:nvPicPr>
          <p:cNvPr id="158" name="Google Shape;158;p11"/>
          <p:cNvPicPr preferRelativeResize="0"/>
          <p:nvPr/>
        </p:nvPicPr>
        <p:blipFill>
          <a:blip r:embed="rId5">
            <a:alphaModFix/>
          </a:blip>
          <a:stretch>
            <a:fillRect/>
          </a:stretch>
        </p:blipFill>
        <p:spPr>
          <a:xfrm>
            <a:off x="900750" y="4926075"/>
            <a:ext cx="1781175" cy="1295400"/>
          </a:xfrm>
          <a:prstGeom prst="rect">
            <a:avLst/>
          </a:prstGeom>
          <a:solidFill>
            <a:schemeClr val="lt1"/>
          </a:solidFill>
          <a:ln cap="flat" cmpd="sng" w="12700">
            <a:solidFill>
              <a:schemeClr val="accent1"/>
            </a:solidFill>
            <a:prstDash val="solid"/>
            <a:miter lim="8000"/>
            <a:headEnd len="sm" w="sm" type="none"/>
            <a:tailEnd len="sm" w="sm" type="none"/>
          </a:ln>
        </p:spPr>
      </p:pic>
      <p:pic>
        <p:nvPicPr>
          <p:cNvPr id="159" name="Google Shape;159;p11"/>
          <p:cNvPicPr preferRelativeResize="0"/>
          <p:nvPr/>
        </p:nvPicPr>
        <p:blipFill>
          <a:blip r:embed="rId6">
            <a:alphaModFix/>
          </a:blip>
          <a:stretch>
            <a:fillRect/>
          </a:stretch>
        </p:blipFill>
        <p:spPr>
          <a:xfrm>
            <a:off x="3110725" y="2091550"/>
            <a:ext cx="1771650" cy="1295400"/>
          </a:xfrm>
          <a:prstGeom prst="rect">
            <a:avLst/>
          </a:prstGeom>
          <a:solidFill>
            <a:schemeClr val="lt1"/>
          </a:solidFill>
          <a:ln cap="flat" cmpd="sng" w="12700">
            <a:solidFill>
              <a:schemeClr val="accent1"/>
            </a:solidFill>
            <a:prstDash val="solid"/>
            <a:miter lim="8000"/>
            <a:headEnd len="sm" w="sm" type="none"/>
            <a:tailEnd len="sm" w="sm" type="none"/>
          </a:ln>
        </p:spPr>
      </p:pic>
      <p:pic>
        <p:nvPicPr>
          <p:cNvPr id="160" name="Google Shape;160;p11"/>
          <p:cNvPicPr preferRelativeResize="0"/>
          <p:nvPr/>
        </p:nvPicPr>
        <p:blipFill>
          <a:blip r:embed="rId7">
            <a:alphaModFix/>
          </a:blip>
          <a:stretch>
            <a:fillRect/>
          </a:stretch>
        </p:blipFill>
        <p:spPr>
          <a:xfrm>
            <a:off x="3105950" y="3513575"/>
            <a:ext cx="1781175" cy="1295400"/>
          </a:xfrm>
          <a:prstGeom prst="rect">
            <a:avLst/>
          </a:prstGeom>
          <a:solidFill>
            <a:schemeClr val="lt1"/>
          </a:solidFill>
          <a:ln cap="flat" cmpd="sng" w="12700">
            <a:solidFill>
              <a:schemeClr val="accent1"/>
            </a:solidFill>
            <a:prstDash val="solid"/>
            <a:miter lim="8000"/>
            <a:headEnd len="sm" w="sm" type="none"/>
            <a:tailEnd len="sm" w="sm" type="none"/>
          </a:ln>
        </p:spPr>
      </p:pic>
      <p:pic>
        <p:nvPicPr>
          <p:cNvPr id="161" name="Google Shape;161;p11"/>
          <p:cNvPicPr preferRelativeResize="0"/>
          <p:nvPr/>
        </p:nvPicPr>
        <p:blipFill>
          <a:blip r:embed="rId8">
            <a:alphaModFix/>
          </a:blip>
          <a:stretch>
            <a:fillRect/>
          </a:stretch>
        </p:blipFill>
        <p:spPr>
          <a:xfrm>
            <a:off x="3105938" y="4935588"/>
            <a:ext cx="1762125" cy="1304925"/>
          </a:xfrm>
          <a:prstGeom prst="rect">
            <a:avLst/>
          </a:prstGeom>
          <a:solidFill>
            <a:schemeClr val="lt1"/>
          </a:solidFill>
          <a:ln cap="flat" cmpd="sng" w="12700">
            <a:solidFill>
              <a:schemeClr val="accent1"/>
            </a:solidFill>
            <a:prstDash val="solid"/>
            <a:miter lim="8000"/>
            <a:headEnd len="sm" w="sm" type="none"/>
            <a:tailEnd len="sm" w="sm" type="none"/>
          </a:ln>
        </p:spPr>
      </p:pic>
      <p:pic>
        <p:nvPicPr>
          <p:cNvPr id="162" name="Google Shape;162;p11"/>
          <p:cNvPicPr preferRelativeResize="0"/>
          <p:nvPr/>
        </p:nvPicPr>
        <p:blipFill>
          <a:blip r:embed="rId9">
            <a:alphaModFix/>
          </a:blip>
          <a:stretch>
            <a:fillRect/>
          </a:stretch>
        </p:blipFill>
        <p:spPr>
          <a:xfrm>
            <a:off x="5210175" y="2047025"/>
            <a:ext cx="1771650" cy="1504950"/>
          </a:xfrm>
          <a:prstGeom prst="rect">
            <a:avLst/>
          </a:prstGeom>
          <a:solidFill>
            <a:schemeClr val="lt1"/>
          </a:solidFill>
          <a:ln cap="flat" cmpd="sng" w="12700">
            <a:solidFill>
              <a:schemeClr val="accent1"/>
            </a:solidFill>
            <a:prstDash val="solid"/>
            <a:miter lim="8000"/>
            <a:headEnd len="sm" w="sm" type="none"/>
            <a:tailEnd len="sm" w="sm" type="none"/>
          </a:ln>
        </p:spPr>
      </p:pic>
      <p:pic>
        <p:nvPicPr>
          <p:cNvPr id="163" name="Google Shape;163;p11"/>
          <p:cNvPicPr preferRelativeResize="0"/>
          <p:nvPr/>
        </p:nvPicPr>
        <p:blipFill>
          <a:blip r:embed="rId10">
            <a:alphaModFix/>
          </a:blip>
          <a:stretch>
            <a:fillRect/>
          </a:stretch>
        </p:blipFill>
        <p:spPr>
          <a:xfrm>
            <a:off x="5891254" y="3832929"/>
            <a:ext cx="4730800" cy="2334825"/>
          </a:xfrm>
          <a:prstGeom prst="rect">
            <a:avLst/>
          </a:prstGeom>
          <a:solidFill>
            <a:schemeClr val="lt1"/>
          </a:solidFill>
          <a:ln cap="flat" cmpd="sng" w="12700">
            <a:solidFill>
              <a:schemeClr val="accent1"/>
            </a:solidFill>
            <a:prstDash val="solid"/>
            <a:miter lim="8000"/>
            <a:headEnd len="sm" w="sm" type="none"/>
            <a:tailEnd len="sm" w="sm" type="none"/>
          </a:ln>
        </p:spPr>
      </p:pic>
      <p:sp>
        <p:nvSpPr>
          <p:cNvPr id="164" name="Google Shape;164;p11"/>
          <p:cNvSpPr txBox="1"/>
          <p:nvPr/>
        </p:nvSpPr>
        <p:spPr>
          <a:xfrm>
            <a:off x="7390075" y="1941125"/>
            <a:ext cx="3616200" cy="189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700">
                <a:solidFill>
                  <a:schemeClr val="accent1"/>
                </a:solidFill>
                <a:latin typeface="Roboto"/>
                <a:ea typeface="Roboto"/>
                <a:cs typeface="Roboto"/>
                <a:sym typeface="Roboto"/>
              </a:rPr>
              <a:t>Cada fase cuenta con su respectivo costo. Una vez realizada la suma de cada fase nos da un total de $12.586.465 pesos, </a:t>
            </a:r>
            <a:r>
              <a:rPr lang="es-CL" sz="1700">
                <a:solidFill>
                  <a:schemeClr val="accent1"/>
                </a:solidFill>
                <a:latin typeface="Roboto"/>
                <a:ea typeface="Roboto"/>
                <a:cs typeface="Roboto"/>
                <a:sym typeface="Roboto"/>
              </a:rPr>
              <a:t>así</a:t>
            </a:r>
            <a:r>
              <a:rPr lang="es-CL" sz="1700">
                <a:solidFill>
                  <a:schemeClr val="accent1"/>
                </a:solidFill>
                <a:latin typeface="Roboto"/>
                <a:ea typeface="Roboto"/>
                <a:cs typeface="Roboto"/>
                <a:sym typeface="Roboto"/>
              </a:rPr>
              <a:t> que el costo estimado aproximado es de $13 millones de pesos.</a:t>
            </a:r>
            <a:endParaRPr sz="1700">
              <a:solidFill>
                <a:schemeClr val="accent1"/>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2"/>
          <p:cNvSpPr txBox="1"/>
          <p:nvPr>
            <p:ph type="title"/>
          </p:nvPr>
        </p:nvSpPr>
        <p:spPr>
          <a:xfrm>
            <a:off x="641252" y="598786"/>
            <a:ext cx="10515600" cy="644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CL"/>
              <a:t>Tecnologías del Desarrollo</a:t>
            </a:r>
            <a:endParaRPr/>
          </a:p>
        </p:txBody>
      </p:sp>
      <p:sp>
        <p:nvSpPr>
          <p:cNvPr id="170" name="Google Shape;170;p12"/>
          <p:cNvSpPr txBox="1"/>
          <p:nvPr/>
        </p:nvSpPr>
        <p:spPr>
          <a:xfrm>
            <a:off x="641250" y="1828022"/>
            <a:ext cx="10861200" cy="42822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None/>
            </a:pPr>
            <a:r>
              <a:rPr b="1" lang="es-CL" sz="1800">
                <a:solidFill>
                  <a:srgbClr val="264159"/>
                </a:solidFill>
                <a:latin typeface="Calibri"/>
                <a:ea typeface="Calibri"/>
                <a:cs typeface="Calibri"/>
                <a:sym typeface="Calibri"/>
              </a:rPr>
              <a:t>Frontend Web:</a:t>
            </a:r>
            <a:r>
              <a:rPr lang="es-CL" sz="1800">
                <a:solidFill>
                  <a:srgbClr val="264159"/>
                </a:solidFill>
                <a:latin typeface="Calibri"/>
                <a:ea typeface="Calibri"/>
                <a:cs typeface="Calibri"/>
                <a:sym typeface="Calibri"/>
              </a:rPr>
              <a:t> Next.js + TS + Tailwind.</a:t>
            </a:r>
            <a:endParaRPr sz="1800">
              <a:solidFill>
                <a:srgbClr val="264159"/>
              </a:solidFill>
              <a:latin typeface="Calibri"/>
              <a:ea typeface="Calibri"/>
              <a:cs typeface="Calibri"/>
              <a:sym typeface="Calibri"/>
            </a:endParaRPr>
          </a:p>
          <a:p>
            <a:pPr indent="0" lvl="0" marL="0" rtl="0" algn="l">
              <a:lnSpc>
                <a:spcPct val="115000"/>
              </a:lnSpc>
              <a:spcBef>
                <a:spcPts val="0"/>
              </a:spcBef>
              <a:spcAft>
                <a:spcPts val="0"/>
              </a:spcAft>
              <a:buNone/>
            </a:pPr>
            <a:r>
              <a:rPr b="1" lang="es-CL" sz="1800">
                <a:solidFill>
                  <a:srgbClr val="264159"/>
                </a:solidFill>
                <a:latin typeface="Calibri"/>
                <a:ea typeface="Calibri"/>
                <a:cs typeface="Calibri"/>
                <a:sym typeface="Calibri"/>
              </a:rPr>
              <a:t>Mobile:</a:t>
            </a:r>
            <a:r>
              <a:rPr lang="es-CL" sz="1800">
                <a:solidFill>
                  <a:srgbClr val="264159"/>
                </a:solidFill>
                <a:latin typeface="Calibri"/>
                <a:ea typeface="Calibri"/>
                <a:cs typeface="Calibri"/>
                <a:sym typeface="Calibri"/>
              </a:rPr>
              <a:t> React Native Expo + TS + Push Notifications.</a:t>
            </a:r>
            <a:endParaRPr sz="1800">
              <a:solidFill>
                <a:srgbClr val="264159"/>
              </a:solidFill>
              <a:latin typeface="Calibri"/>
              <a:ea typeface="Calibri"/>
              <a:cs typeface="Calibri"/>
              <a:sym typeface="Calibri"/>
            </a:endParaRPr>
          </a:p>
          <a:p>
            <a:pPr indent="0" lvl="0" marL="0" rtl="0" algn="l">
              <a:lnSpc>
                <a:spcPct val="115000"/>
              </a:lnSpc>
              <a:spcBef>
                <a:spcPts val="0"/>
              </a:spcBef>
              <a:spcAft>
                <a:spcPts val="0"/>
              </a:spcAft>
              <a:buNone/>
            </a:pPr>
            <a:r>
              <a:rPr b="1" lang="es-CL" sz="1800">
                <a:solidFill>
                  <a:srgbClr val="264159"/>
                </a:solidFill>
                <a:latin typeface="Calibri"/>
                <a:ea typeface="Calibri"/>
                <a:cs typeface="Calibri"/>
                <a:sym typeface="Calibri"/>
              </a:rPr>
              <a:t>Backend:</a:t>
            </a:r>
            <a:r>
              <a:rPr lang="es-CL" sz="1800">
                <a:solidFill>
                  <a:srgbClr val="264159"/>
                </a:solidFill>
                <a:latin typeface="Calibri"/>
                <a:ea typeface="Calibri"/>
                <a:cs typeface="Calibri"/>
                <a:sym typeface="Calibri"/>
              </a:rPr>
              <a:t> Node/NestJS + Prisma + REST API.</a:t>
            </a:r>
            <a:endParaRPr sz="1800">
              <a:solidFill>
                <a:srgbClr val="264159"/>
              </a:solidFill>
              <a:latin typeface="Calibri"/>
              <a:ea typeface="Calibri"/>
              <a:cs typeface="Calibri"/>
              <a:sym typeface="Calibri"/>
            </a:endParaRPr>
          </a:p>
          <a:p>
            <a:pPr indent="0" lvl="0" marL="0" rtl="0" algn="l">
              <a:lnSpc>
                <a:spcPct val="115000"/>
              </a:lnSpc>
              <a:spcBef>
                <a:spcPts val="0"/>
              </a:spcBef>
              <a:spcAft>
                <a:spcPts val="0"/>
              </a:spcAft>
              <a:buNone/>
            </a:pPr>
            <a:r>
              <a:rPr b="1" lang="es-CL" sz="1800">
                <a:solidFill>
                  <a:srgbClr val="264159"/>
                </a:solidFill>
                <a:latin typeface="Calibri"/>
                <a:ea typeface="Calibri"/>
                <a:cs typeface="Calibri"/>
                <a:sym typeface="Calibri"/>
              </a:rPr>
              <a:t>DB:</a:t>
            </a:r>
            <a:r>
              <a:rPr lang="es-CL" sz="1800">
                <a:solidFill>
                  <a:srgbClr val="264159"/>
                </a:solidFill>
                <a:latin typeface="Calibri"/>
                <a:ea typeface="Calibri"/>
                <a:cs typeface="Calibri"/>
                <a:sym typeface="Calibri"/>
              </a:rPr>
              <a:t> PostgreSQL.</a:t>
            </a:r>
            <a:endParaRPr sz="1800">
              <a:solidFill>
                <a:srgbClr val="264159"/>
              </a:solidFill>
              <a:latin typeface="Calibri"/>
              <a:ea typeface="Calibri"/>
              <a:cs typeface="Calibri"/>
              <a:sym typeface="Calibri"/>
            </a:endParaRPr>
          </a:p>
          <a:p>
            <a:pPr indent="0" lvl="0" marL="0" rtl="0" algn="l">
              <a:lnSpc>
                <a:spcPct val="115000"/>
              </a:lnSpc>
              <a:spcBef>
                <a:spcPts val="0"/>
              </a:spcBef>
              <a:spcAft>
                <a:spcPts val="0"/>
              </a:spcAft>
              <a:buNone/>
            </a:pPr>
            <a:r>
              <a:rPr b="1" lang="es-CL" sz="1800">
                <a:solidFill>
                  <a:srgbClr val="264159"/>
                </a:solidFill>
                <a:latin typeface="Calibri"/>
                <a:ea typeface="Calibri"/>
                <a:cs typeface="Calibri"/>
                <a:sym typeface="Calibri"/>
              </a:rPr>
              <a:t>Infraestructura:</a:t>
            </a:r>
            <a:r>
              <a:rPr lang="es-CL" sz="1800">
                <a:solidFill>
                  <a:srgbClr val="264159"/>
                </a:solidFill>
                <a:latin typeface="Calibri"/>
                <a:ea typeface="Calibri"/>
                <a:cs typeface="Calibri"/>
                <a:sym typeface="Calibri"/>
              </a:rPr>
              <a:t> Vercel/Render/AWS + GitHub + Docker.</a:t>
            </a:r>
            <a:endParaRPr sz="1800">
              <a:solidFill>
                <a:srgbClr val="264159"/>
              </a:solidFill>
              <a:latin typeface="Calibri"/>
              <a:ea typeface="Calibri"/>
              <a:cs typeface="Calibri"/>
              <a:sym typeface="Calibri"/>
            </a:endParaRPr>
          </a:p>
          <a:p>
            <a:pPr indent="0" lvl="0" marL="0" rtl="0" algn="l">
              <a:lnSpc>
                <a:spcPct val="115000"/>
              </a:lnSpc>
              <a:spcBef>
                <a:spcPts val="0"/>
              </a:spcBef>
              <a:spcAft>
                <a:spcPts val="0"/>
              </a:spcAft>
              <a:buNone/>
            </a:pPr>
            <a:r>
              <a:rPr b="1" lang="es-CL" sz="1800">
                <a:solidFill>
                  <a:srgbClr val="264159"/>
                </a:solidFill>
                <a:latin typeface="Calibri"/>
                <a:ea typeface="Calibri"/>
                <a:cs typeface="Calibri"/>
                <a:sym typeface="Calibri"/>
              </a:rPr>
              <a:t>Soporte:</a:t>
            </a:r>
            <a:r>
              <a:rPr lang="es-CL" sz="1800">
                <a:solidFill>
                  <a:srgbClr val="264159"/>
                </a:solidFill>
                <a:latin typeface="Calibri"/>
                <a:ea typeface="Calibri"/>
                <a:cs typeface="Calibri"/>
                <a:sym typeface="Calibri"/>
              </a:rPr>
              <a:t> Figma.</a:t>
            </a:r>
            <a:endParaRPr sz="1800">
              <a:solidFill>
                <a:srgbClr val="264159"/>
              </a:solidFill>
              <a:latin typeface="Calibri"/>
              <a:ea typeface="Calibri"/>
              <a:cs typeface="Calibri"/>
              <a:sym typeface="Calibri"/>
            </a:endParaRPr>
          </a:p>
          <a:p>
            <a:pPr indent="0" lvl="0" marL="0" marR="0" rtl="0" algn="l">
              <a:spcBef>
                <a:spcPts val="0"/>
              </a:spcBef>
              <a:spcAft>
                <a:spcPts val="0"/>
              </a:spcAft>
              <a:buNone/>
            </a:pPr>
            <a:r>
              <a:t/>
            </a:r>
            <a:endParaRPr sz="2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3"/>
          <p:cNvSpPr txBox="1"/>
          <p:nvPr/>
        </p:nvSpPr>
        <p:spPr>
          <a:xfrm>
            <a:off x="609558" y="699121"/>
            <a:ext cx="10515600" cy="1053600"/>
          </a:xfrm>
          <a:prstGeom prst="rect">
            <a:avLst/>
          </a:prstGeom>
          <a:noFill/>
          <a:ln>
            <a:noFill/>
          </a:ln>
        </p:spPr>
        <p:txBody>
          <a:bodyPr anchorCtr="0" anchor="ctr" bIns="45700" lIns="91425" spcFirstLastPara="1" rIns="91425" wrap="square" tIns="45700">
            <a:normAutofit lnSpcReduction="20000"/>
          </a:bodyPr>
          <a:lstStyle/>
          <a:p>
            <a:pPr indent="0" lvl="0" marL="0" marR="0" rtl="0" algn="ctr">
              <a:lnSpc>
                <a:spcPct val="90000"/>
              </a:lnSpc>
              <a:spcBef>
                <a:spcPts val="0"/>
              </a:spcBef>
              <a:spcAft>
                <a:spcPts val="0"/>
              </a:spcAft>
              <a:buClr>
                <a:schemeClr val="dk1"/>
              </a:buClr>
              <a:buSzPts val="4400"/>
              <a:buFont typeface="Calibri"/>
              <a:buNone/>
            </a:pPr>
            <a:r>
              <a:rPr lang="es-CL" sz="4400">
                <a:solidFill>
                  <a:schemeClr val="lt1"/>
                </a:solidFill>
                <a:latin typeface="Calibri"/>
                <a:ea typeface="Calibri"/>
                <a:cs typeface="Calibri"/>
                <a:sym typeface="Calibri"/>
              </a:rPr>
              <a:t>Conclusión  </a:t>
            </a:r>
            <a:endParaRPr sz="3700">
              <a:solidFill>
                <a:schemeClr val="lt1"/>
              </a:solidFill>
              <a:latin typeface="Merriweather"/>
              <a:ea typeface="Merriweather"/>
              <a:cs typeface="Merriweather"/>
              <a:sym typeface="Merriweather"/>
            </a:endParaRPr>
          </a:p>
          <a:p>
            <a:pPr indent="0" lvl="0" marL="0" marR="0" rtl="0" algn="l">
              <a:lnSpc>
                <a:spcPct val="90000"/>
              </a:lnSpc>
              <a:spcBef>
                <a:spcPts val="0"/>
              </a:spcBef>
              <a:spcAft>
                <a:spcPts val="0"/>
              </a:spcAft>
              <a:buClr>
                <a:schemeClr val="dk1"/>
              </a:buClr>
              <a:buSzPts val="4400"/>
              <a:buFont typeface="Calibri"/>
              <a:buNone/>
            </a:pPr>
            <a:r>
              <a:t/>
            </a:r>
            <a:endParaRPr sz="4400">
              <a:solidFill>
                <a:schemeClr val="dk1"/>
              </a:solidFill>
              <a:latin typeface="Calibri"/>
              <a:ea typeface="Calibri"/>
              <a:cs typeface="Calibri"/>
              <a:sym typeface="Calibri"/>
            </a:endParaRPr>
          </a:p>
        </p:txBody>
      </p:sp>
      <p:sp>
        <p:nvSpPr>
          <p:cNvPr id="176" name="Google Shape;176;p13"/>
          <p:cNvSpPr/>
          <p:nvPr/>
        </p:nvSpPr>
        <p:spPr>
          <a:xfrm>
            <a:off x="839487" y="1923143"/>
            <a:ext cx="10365542" cy="4332514"/>
          </a:xfrm>
          <a:prstGeom prst="roundRect">
            <a:avLst>
              <a:gd fmla="val 16667" name="adj"/>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s-CL" sz="1800">
                <a:solidFill>
                  <a:schemeClr val="dk1"/>
                </a:solidFill>
                <a:latin typeface="Calibri"/>
                <a:ea typeface="Calibri"/>
                <a:cs typeface="Calibri"/>
                <a:sym typeface="Calibri"/>
              </a:rPr>
              <a:t>La elaboración de los distintos entregables del proyecto, ha permitido estructurar de manera ordenada y completa el trabajo a realizar.</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CL" sz="1800">
                <a:solidFill>
                  <a:schemeClr val="dk1"/>
                </a:solidFill>
                <a:latin typeface="Calibri"/>
                <a:ea typeface="Calibri"/>
                <a:cs typeface="Calibri"/>
                <a:sym typeface="Calibri"/>
              </a:rPr>
              <a:t>El desarrollo de toda la documentación, junto con los demás elementos solicitados, nos ayuda a lograr una visión clara y consensuada de los objetivos, procesos y funcionalidades del sistema, asegurando que la solución propuesta responda adecuadamente a las necesidades del cliente. De esta manera, se avanza en la construcción de una plataforma web y una aplicación móvil que digitalicen y optimicen la gestión de la pyme, ofreciendo una propuesta tecnológica sólida, segura y alineada con los requerimientos planteados.</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CL" sz="1800">
                <a:solidFill>
                  <a:schemeClr val="dk1"/>
                </a:solidFill>
                <a:latin typeface="Calibri"/>
                <a:ea typeface="Calibri"/>
                <a:cs typeface="Calibri"/>
                <a:sym typeface="Calibri"/>
              </a:rPr>
              <a:t>Este proceso de planificación y diseño constituye la base para garantizar un desarrollo exitoso, minimizando riesgos, mejorando la comunicación entre los actores involucrados y asegurando que la solución final cumpla con las expectativas de modernización y crecimiento de la empresa.</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2015-07-01T15:45:01Z</dcterms:created>
  <dc:creator>Sala_</dc:creator>
</cp:coreProperties>
</file>